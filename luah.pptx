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7772400" cy="100584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99AE77-7776-4BD1-AB5A-EEC0F4189CFB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B16A08-1D49-4D05-8222-C635F143A348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903630-ED88-4EE1-8544-B15362092D5A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58EDF7-AE9E-4A28-94A9-890CC40594A2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IL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IL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A1531D-7388-46B1-B8B8-68A23A8BC79A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pic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922409-5C0F-4E6F-BB09-DE198C25E6BD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8C7008-9342-4EA7-B80A-31098A996368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C1B76E-2C69-4E12-8968-8BD01CE3FB9D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1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D535B1-ACF6-4587-9162-5B5394E6C0A2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FC6495-8D79-4CFF-B5E9-679EA4901923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7D9BC1-D170-4732-A7B4-8079B5F63717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tile tx="0" ty="0" sx="100000" sy="100000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Cartoon Clock Png"/>
          <p:cNvPicPr/>
          <p:nvPr/>
        </p:nvPicPr>
        <p:blipFill>
          <a:blip r:embed="rId3"/>
          <a:stretch/>
        </p:blipFill>
        <p:spPr>
          <a:xfrm>
            <a:off x="8460000" y="3106800"/>
            <a:ext cx="3542400" cy="354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Rectangle 44"/>
          <p:cNvSpPr/>
          <p:nvPr/>
        </p:nvSpPr>
        <p:spPr>
          <a:xfrm>
            <a:off x="325440" y="331200"/>
            <a:ext cx="3049560" cy="337608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Rectangle 5"/>
          <p:cNvSpPr/>
          <p:nvPr/>
        </p:nvSpPr>
        <p:spPr>
          <a:xfrm>
            <a:off x="8458200" y="3106800"/>
            <a:ext cx="3542400" cy="354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dtFullZmanim_0"/>
          <p:cNvSpPr/>
          <p:nvPr/>
        </p:nvSpPr>
        <p:spPr>
          <a:xfrm>
            <a:off x="1134360" y="880560"/>
            <a:ext cx="1433880" cy="3373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#FULLZMANIM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10"/>
          <p:cNvSpPr/>
          <p:nvPr/>
        </p:nvSpPr>
        <p:spPr>
          <a:xfrm>
            <a:off x="8644680" y="293760"/>
            <a:ext cx="3181680" cy="24822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dtHebDate_0"/>
          <p:cNvSpPr/>
          <p:nvPr/>
        </p:nvSpPr>
        <p:spPr>
          <a:xfrm>
            <a:off x="9489240" y="331200"/>
            <a:ext cx="150696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#HEBDATE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dtDayZmanim_0"/>
          <p:cNvSpPr/>
          <p:nvPr/>
        </p:nvSpPr>
        <p:spPr>
          <a:xfrm>
            <a:off x="9468000" y="899640"/>
            <a:ext cx="1546560" cy="3682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#DAYZMANIM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dtDafYomi_0"/>
          <p:cNvSpPr/>
          <p:nvPr/>
        </p:nvSpPr>
        <p:spPr>
          <a:xfrm>
            <a:off x="9588600" y="1980000"/>
            <a:ext cx="1189080" cy="3682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#DAFYOMI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12"/>
          <p:cNvSpPr/>
          <p:nvPr/>
        </p:nvSpPr>
        <p:spPr>
          <a:xfrm>
            <a:off x="3727080" y="112680"/>
            <a:ext cx="4565520" cy="65502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1" name="Picture 14"/>
          <p:cNvPicPr/>
          <p:nvPr/>
        </p:nvPicPr>
        <p:blipFill>
          <a:blip r:embed="rId4"/>
          <a:stretch/>
        </p:blipFill>
        <p:spPr>
          <a:xfrm>
            <a:off x="3848400" y="221760"/>
            <a:ext cx="1003680" cy="69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Rectangle 16"/>
          <p:cNvSpPr/>
          <p:nvPr/>
        </p:nvSpPr>
        <p:spPr>
          <a:xfrm>
            <a:off x="3802320" y="1383480"/>
            <a:ext cx="4424040" cy="5191920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ectangle 19"/>
          <p:cNvSpPr/>
          <p:nvPr/>
        </p:nvSpPr>
        <p:spPr>
          <a:xfrm>
            <a:off x="6094800" y="177228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הדלקת נרות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21"/>
          <p:cNvSpPr/>
          <p:nvPr/>
        </p:nvSpPr>
        <p:spPr>
          <a:xfrm>
            <a:off x="6094800" y="227232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שיר השירים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22"/>
          <p:cNvSpPr/>
          <p:nvPr/>
        </p:nvSpPr>
        <p:spPr>
          <a:xfrm>
            <a:off x="6094800" y="277560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מנחה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Rectangle 23"/>
          <p:cNvSpPr/>
          <p:nvPr/>
        </p:nvSpPr>
        <p:spPr>
          <a:xfrm>
            <a:off x="6094800" y="327636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שחרית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25"/>
          <p:cNvSpPr/>
          <p:nvPr/>
        </p:nvSpPr>
        <p:spPr>
          <a:xfrm>
            <a:off x="4986000" y="3778920"/>
            <a:ext cx="319212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תפילת ילדים אחרי מוסף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26"/>
          <p:cNvSpPr/>
          <p:nvPr/>
        </p:nvSpPr>
        <p:spPr>
          <a:xfrm>
            <a:off x="6094800" y="427896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תהילים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27"/>
          <p:cNvSpPr/>
          <p:nvPr/>
        </p:nvSpPr>
        <p:spPr>
          <a:xfrm>
            <a:off x="6094800" y="478224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שיעור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28"/>
          <p:cNvSpPr/>
          <p:nvPr/>
        </p:nvSpPr>
        <p:spPr>
          <a:xfrm>
            <a:off x="6094800" y="528300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מנחה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29"/>
          <p:cNvSpPr/>
          <p:nvPr/>
        </p:nvSpPr>
        <p:spPr>
          <a:xfrm>
            <a:off x="5608800" y="5785560"/>
            <a:ext cx="259092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ערבית וצאת שבת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30"/>
          <p:cNvSpPr/>
          <p:nvPr/>
        </p:nvSpPr>
        <p:spPr>
          <a:xfrm>
            <a:off x="3853440" y="3778920"/>
            <a:ext cx="113112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Microsoft JhengHei UI Light"/>
            </a:endParaRPr>
          </a:p>
        </p:txBody>
      </p:sp>
      <p:sp>
        <p:nvSpPr>
          <p:cNvPr id="83" name="Rectangle 31"/>
          <p:cNvSpPr/>
          <p:nvPr/>
        </p:nvSpPr>
        <p:spPr>
          <a:xfrm>
            <a:off x="3853440" y="327636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08:15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32"/>
          <p:cNvSpPr/>
          <p:nvPr/>
        </p:nvSpPr>
        <p:spPr>
          <a:xfrm>
            <a:off x="3853440" y="478260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17:30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33"/>
          <p:cNvSpPr/>
          <p:nvPr/>
        </p:nvSpPr>
        <p:spPr>
          <a:xfrm>
            <a:off x="3853440" y="428040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17:00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dtMinha_1"/>
          <p:cNvSpPr/>
          <p:nvPr/>
        </p:nvSpPr>
        <p:spPr>
          <a:xfrm>
            <a:off x="3853800" y="2774880"/>
            <a:ext cx="19980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#MINHA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dtShir_1"/>
          <p:cNvSpPr/>
          <p:nvPr/>
        </p:nvSpPr>
        <p:spPr>
          <a:xfrm>
            <a:off x="3853800" y="227232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#SHIR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dtNerot_1"/>
          <p:cNvSpPr/>
          <p:nvPr/>
        </p:nvSpPr>
        <p:spPr>
          <a:xfrm>
            <a:off x="3853440" y="1771560"/>
            <a:ext cx="1490760" cy="82980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#SUNSET-01:30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37"/>
          <p:cNvSpPr/>
          <p:nvPr/>
        </p:nvSpPr>
        <p:spPr>
          <a:xfrm>
            <a:off x="3853440" y="528624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18:15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dtMozash_1"/>
          <p:cNvSpPr/>
          <p:nvPr/>
        </p:nvSpPr>
        <p:spPr>
          <a:xfrm>
            <a:off x="3853440" y="5786640"/>
            <a:ext cx="185004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#MOZASH</a:t>
            </a:r>
            <a:endParaRPr lang="en-US" sz="2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ectangle 48"/>
          <p:cNvSpPr/>
          <p:nvPr/>
        </p:nvSpPr>
        <p:spPr>
          <a:xfrm>
            <a:off x="430920" y="377280"/>
            <a:ext cx="287388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זמני היום</a:t>
            </a: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dtParsha_1"/>
          <p:cNvSpPr/>
          <p:nvPr/>
        </p:nvSpPr>
        <p:spPr>
          <a:xfrm>
            <a:off x="3802320" y="917640"/>
            <a:ext cx="442404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rgbClr val="606279"/>
                </a:solidFill>
                <a:effectLst/>
                <a:uFillTx/>
                <a:latin typeface="Microsoft JhengHei UI Light"/>
                <a:ea typeface="Microsoft JhengHei UI Light"/>
              </a:rPr>
              <a:t>#PARSHA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2"/>
          <p:cNvSpPr/>
          <p:nvPr/>
        </p:nvSpPr>
        <p:spPr>
          <a:xfrm>
            <a:off x="530280" y="2971800"/>
            <a:ext cx="3583800" cy="943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חול: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#CMD:&lt;shabbos&gt;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3"/>
          <p:cNvSpPr/>
          <p:nvPr/>
        </p:nvSpPr>
        <p:spPr>
          <a:xfrm>
            <a:off x="430920" y="613764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</a:t>
            </a:r>
            <a:r>
              <a:rPr lang="en-US" dirty="0">
                <a:solidFill>
                  <a:schemeClr val="lt1"/>
                </a:solidFill>
              </a:rPr>
              <a:t> #HIDDEN _</a:t>
            </a: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advTm="100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tile tx="0" ty="0" sx="100000" sy="100000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7"/>
          <p:cNvSpPr/>
          <p:nvPr/>
        </p:nvSpPr>
        <p:spPr>
          <a:xfrm>
            <a:off x="1125360" y="1852560"/>
            <a:ext cx="9803160" cy="31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6600" b="1" u="none" strike="noStrike" dirty="0">
                <a:ln>
                  <a:solidFill>
                    <a:schemeClr val="accent2"/>
                  </a:solidFill>
                </a:ln>
                <a:solidFill>
                  <a:srgbClr val="FFFFFF"/>
                </a:solidFill>
                <a:effectLst/>
                <a:uFillTx/>
                <a:latin typeface="Calibri"/>
              </a:rPr>
              <a:t>שכונת נוה שיר מקדמת את כל האורחים הבאים בשעריה בברכת שבת שלום</a:t>
            </a:r>
            <a:endParaRPr lang="en-US" sz="6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Rectangle 2"/>
          <p:cNvSpPr/>
          <p:nvPr/>
        </p:nvSpPr>
        <p:spPr>
          <a:xfrm>
            <a:off x="430920" y="613764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#HIDDEN _NONCHOLONLY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advTm="5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tile tx="0" ty="0" sx="100000" sy="100000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2" descr="Cartoon Clock Png"/>
          <p:cNvPicPr/>
          <p:nvPr/>
        </p:nvPicPr>
        <p:blipFill>
          <a:blip r:embed="rId3"/>
          <a:stretch/>
        </p:blipFill>
        <p:spPr>
          <a:xfrm>
            <a:off x="4611600" y="1603080"/>
            <a:ext cx="2999520" cy="299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Rectangle 1"/>
          <p:cNvSpPr/>
          <p:nvPr/>
        </p:nvSpPr>
        <p:spPr>
          <a:xfrm>
            <a:off x="8032680" y="2962800"/>
            <a:ext cx="3575160" cy="35424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dtFullZmanim_0"/>
          <p:cNvSpPr/>
          <p:nvPr/>
        </p:nvSpPr>
        <p:spPr>
          <a:xfrm>
            <a:off x="8065080" y="3505320"/>
            <a:ext cx="3510360" cy="3373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#FULLZMANIM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3"/>
          <p:cNvSpPr/>
          <p:nvPr/>
        </p:nvSpPr>
        <p:spPr>
          <a:xfrm>
            <a:off x="8149320" y="3043440"/>
            <a:ext cx="331956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זמני היום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4"/>
          <p:cNvSpPr/>
          <p:nvPr/>
        </p:nvSpPr>
        <p:spPr>
          <a:xfrm>
            <a:off x="8276760" y="1067760"/>
            <a:ext cx="3181680" cy="16632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dtHebDate_0"/>
          <p:cNvSpPr/>
          <p:nvPr/>
        </p:nvSpPr>
        <p:spPr>
          <a:xfrm>
            <a:off x="9121320" y="1105560"/>
            <a:ext cx="150696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#HEBDATE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dtDayZmanim_0"/>
          <p:cNvSpPr/>
          <p:nvPr/>
        </p:nvSpPr>
        <p:spPr>
          <a:xfrm>
            <a:off x="9100080" y="1674000"/>
            <a:ext cx="1546560" cy="3682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#DAYZMANIM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11"/>
          <p:cNvSpPr/>
          <p:nvPr/>
        </p:nvSpPr>
        <p:spPr>
          <a:xfrm>
            <a:off x="4610160" y="1603080"/>
            <a:ext cx="2999520" cy="2999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26"/>
          <p:cNvSpPr/>
          <p:nvPr/>
        </p:nvSpPr>
        <p:spPr>
          <a:xfrm>
            <a:off x="4187880" y="189000"/>
            <a:ext cx="3711960" cy="1291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5400" b="0" u="none" strike="noStrike">
                <a:solidFill>
                  <a:schemeClr val="accent1"/>
                </a:solidFill>
                <a:effectLst/>
                <a:uFillTx/>
                <a:latin typeface="Aharoni"/>
                <a:cs typeface="Aharoni"/>
              </a:rPr>
              <a:t>בית כנסת 'יחד'</a:t>
            </a:r>
            <a:br>
              <a:rPr sz="5400"/>
            </a:br>
            <a:r>
              <a:rPr lang="he-IL" sz="2400" b="0" u="none" strike="noStrike">
                <a:solidFill>
                  <a:schemeClr val="accent1"/>
                </a:solidFill>
                <a:effectLst/>
                <a:uFillTx/>
                <a:latin typeface="Aharoni"/>
                <a:cs typeface="Aharoni"/>
              </a:rPr>
              <a:t>נוה שיר, עלי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7"/>
          <p:cNvPicPr/>
          <p:nvPr/>
        </p:nvPicPr>
        <p:blipFill>
          <a:blip r:embed="rId4"/>
          <a:stretch/>
        </p:blipFill>
        <p:spPr>
          <a:xfrm>
            <a:off x="4792680" y="4692240"/>
            <a:ext cx="2634120" cy="181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Rectangle 28"/>
          <p:cNvSpPr/>
          <p:nvPr/>
        </p:nvSpPr>
        <p:spPr>
          <a:xfrm>
            <a:off x="583200" y="4943520"/>
            <a:ext cx="3575160" cy="156168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dtParsha_1"/>
          <p:cNvSpPr/>
          <p:nvPr/>
        </p:nvSpPr>
        <p:spPr>
          <a:xfrm>
            <a:off x="598320" y="5018400"/>
            <a:ext cx="354420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606279"/>
                </a:solidFill>
                <a:effectLst/>
                <a:uFillTx/>
                <a:latin typeface="Microsoft JhengHei UI Light"/>
                <a:ea typeface="Microsoft JhengHei UI Light"/>
              </a:rPr>
              <a:t>#PARSHA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8"/>
          <p:cNvSpPr/>
          <p:nvPr/>
        </p:nvSpPr>
        <p:spPr>
          <a:xfrm>
            <a:off x="583200" y="1063800"/>
            <a:ext cx="3575160" cy="35424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9"/>
          <p:cNvSpPr/>
          <p:nvPr/>
        </p:nvSpPr>
        <p:spPr>
          <a:xfrm>
            <a:off x="699480" y="1144440"/>
            <a:ext cx="331956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לימוד יומי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dtLimudYomi_0"/>
          <p:cNvSpPr/>
          <p:nvPr/>
        </p:nvSpPr>
        <p:spPr>
          <a:xfrm>
            <a:off x="771480" y="1567080"/>
            <a:ext cx="324720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#LIMUDYOMI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dtMozash_1"/>
          <p:cNvSpPr/>
          <p:nvPr/>
        </p:nvSpPr>
        <p:spPr>
          <a:xfrm>
            <a:off x="1127160" y="5985000"/>
            <a:ext cx="149868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#MOZASH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33"/>
          <p:cNvSpPr/>
          <p:nvPr/>
        </p:nvSpPr>
        <p:spPr>
          <a:xfrm>
            <a:off x="2333160" y="5985000"/>
            <a:ext cx="130932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</a:rPr>
              <a:t>צאת שבת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dtNerot_1"/>
          <p:cNvSpPr/>
          <p:nvPr/>
        </p:nvSpPr>
        <p:spPr>
          <a:xfrm>
            <a:off x="1130040" y="5653800"/>
            <a:ext cx="120204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#NEROT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32"/>
          <p:cNvSpPr/>
          <p:nvPr/>
        </p:nvSpPr>
        <p:spPr>
          <a:xfrm>
            <a:off x="2143800" y="5656320"/>
            <a:ext cx="150300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</a:rPr>
              <a:t>הדלקת נרות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06CA9298-AA82-1579-EB6C-610A46E7946B}"/>
              </a:ext>
            </a:extLst>
          </p:cNvPr>
          <p:cNvSpPr/>
          <p:nvPr/>
        </p:nvSpPr>
        <p:spPr>
          <a:xfrm>
            <a:off x="895140" y="287496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</a:t>
            </a:r>
            <a:r>
              <a:rPr lang="en-US" dirty="0">
                <a:solidFill>
                  <a:schemeClr val="lt1"/>
                </a:solidFill>
              </a:rPr>
              <a:t> #HIDDEN _</a:t>
            </a: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advTm="5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1">
            <a:extLst>
              <a:ext uri="{FF2B5EF4-FFF2-40B4-BE49-F238E27FC236}">
                <a16:creationId xmlns:a16="http://schemas.microsoft.com/office/drawing/2014/main" id="{959CCB4F-1C1F-193A-9204-B942B10A6EF3}"/>
              </a:ext>
            </a:extLst>
          </p:cNvPr>
          <p:cNvSpPr/>
          <p:nvPr/>
        </p:nvSpPr>
        <p:spPr>
          <a:xfrm>
            <a:off x="4793673" y="1173018"/>
            <a:ext cx="2604654" cy="264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dtHebDate_0">
            <a:extLst>
              <a:ext uri="{FF2B5EF4-FFF2-40B4-BE49-F238E27FC236}">
                <a16:creationId xmlns:a16="http://schemas.microsoft.com/office/drawing/2014/main" id="{97D3611B-0B83-7D52-1E01-096A0B432B66}"/>
              </a:ext>
            </a:extLst>
          </p:cNvPr>
          <p:cNvSpPr/>
          <p:nvPr/>
        </p:nvSpPr>
        <p:spPr>
          <a:xfrm>
            <a:off x="7256071" y="394529"/>
            <a:ext cx="4516881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r" defTabSz="914400" rtl="1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#HEBDATE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221E2798-C075-2CEA-C463-8044C36F360A}"/>
              </a:ext>
            </a:extLst>
          </p:cNvPr>
          <p:cNvSpPr/>
          <p:nvPr/>
        </p:nvSpPr>
        <p:spPr>
          <a:xfrm>
            <a:off x="8358818" y="1336964"/>
            <a:ext cx="35838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תפילה: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F856B9BC-89D9-64C0-40EB-4342AEF1672B}"/>
              </a:ext>
            </a:extLst>
          </p:cNvPr>
          <p:cNvSpPr/>
          <p:nvPr/>
        </p:nvSpPr>
        <p:spPr>
          <a:xfrm>
            <a:off x="249382" y="1336964"/>
            <a:ext cx="35838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היום: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95284ADA-8883-D97A-33A2-9053D8FA653B}"/>
              </a:ext>
            </a:extLst>
          </p:cNvPr>
          <p:cNvSpPr/>
          <p:nvPr/>
        </p:nvSpPr>
        <p:spPr>
          <a:xfrm>
            <a:off x="249382" y="3156986"/>
            <a:ext cx="35838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לימוד יומי: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29C7E859-CAAF-4F6B-4D7F-FA1D72736937}"/>
              </a:ext>
            </a:extLst>
          </p:cNvPr>
          <p:cNvSpPr/>
          <p:nvPr/>
        </p:nvSpPr>
        <p:spPr>
          <a:xfrm>
            <a:off x="8482817" y="1791011"/>
            <a:ext cx="3338494" cy="10757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r" defTabSz="914400" rtl="1">
              <a:spcAft>
                <a:spcPts val="600"/>
              </a:spcAft>
            </a:pPr>
            <a:r>
              <a:rPr lang="he-IL" sz="3200" b="1" u="none" strike="noStrike">
                <a:effectLst/>
                <a:uFillTx/>
                <a:latin typeface="Calibri"/>
              </a:rPr>
              <a:t>#</a:t>
            </a:r>
            <a:r>
              <a:rPr lang="en-US" sz="3200" b="1" u="none" strike="noStrike">
                <a:effectLst/>
                <a:uFillTx/>
                <a:latin typeface="Calibri"/>
              </a:rPr>
              <a:t>CMD</a:t>
            </a:r>
            <a:r>
              <a:rPr lang="he-IL" sz="3200" b="1" u="none" strike="noStrike">
                <a:effectLst/>
                <a:uFillTx/>
                <a:latin typeface="Calibri"/>
              </a:rPr>
              <a:t>:&lt;</a:t>
            </a:r>
            <a:r>
              <a:rPr lang="en-US" sz="3200" b="1" u="none" strike="noStrike">
                <a:effectLst/>
                <a:uFillTx/>
                <a:latin typeface="Calibri"/>
              </a:rPr>
              <a:t>chol</a:t>
            </a:r>
            <a:r>
              <a:rPr lang="en-US" sz="3200" b="1" u="none" strike="noStrike" dirty="0" err="1">
                <a:effectLst/>
                <a:uFillTx/>
                <a:latin typeface="Calibri"/>
              </a:rPr>
              <a:t>_desc</a:t>
            </a:r>
            <a:r>
              <a:rPr lang="he-IL" sz="3200" b="1" u="none" strike="noStrike">
                <a:effectLst/>
                <a:uFillTx/>
                <a:latin typeface="Calibri"/>
              </a:rPr>
              <a:t>&gt;</a:t>
            </a:r>
            <a:endParaRPr lang="en-US" sz="3200" b="1" u="none" strike="noStrike" dirty="0">
              <a:effectLst/>
              <a:uFillTx/>
              <a:latin typeface="Arial"/>
            </a:endParaRP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B81FB427-B9C7-403B-9AC5-BCC0E90AE4EA}"/>
              </a:ext>
            </a:extLst>
          </p:cNvPr>
          <p:cNvSpPr/>
          <p:nvPr/>
        </p:nvSpPr>
        <p:spPr>
          <a:xfrm>
            <a:off x="8482817" y="1789193"/>
            <a:ext cx="3338493" cy="10757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 rtl="1">
              <a:spcAft>
                <a:spcPts val="600"/>
              </a:spcAft>
            </a:pPr>
            <a:r>
              <a:rPr lang="he-IL" sz="3200" b="1" u="none" strike="noStrike">
                <a:effectLst/>
                <a:uFillTx/>
                <a:latin typeface="Calibri"/>
              </a:rPr>
              <a:t>#</a:t>
            </a:r>
            <a:r>
              <a:rPr lang="en-US" sz="3200" b="1" u="none" strike="noStrike">
                <a:effectLst/>
                <a:uFillTx/>
                <a:latin typeface="Calibri"/>
              </a:rPr>
              <a:t>CMD</a:t>
            </a:r>
            <a:r>
              <a:rPr lang="he-IL" sz="3200" b="1" u="none" strike="noStrike">
                <a:effectLst/>
                <a:uFillTx/>
                <a:latin typeface="Calibri"/>
              </a:rPr>
              <a:t>:&lt;</a:t>
            </a:r>
            <a:r>
              <a:rPr lang="en-US" sz="3200" b="1" u="none" strike="noStrike">
                <a:effectLst/>
                <a:uFillTx/>
                <a:latin typeface="Calibri"/>
              </a:rPr>
              <a:t>chol</a:t>
            </a:r>
            <a:r>
              <a:rPr lang="en-US" sz="3200" b="1" u="none" strike="noStrike" dirty="0" err="1">
                <a:effectLst/>
                <a:uFillTx/>
                <a:latin typeface="Calibri"/>
              </a:rPr>
              <a:t>_times</a:t>
            </a:r>
            <a:r>
              <a:rPr lang="he-IL" sz="3200" b="1" u="none" strike="noStrike">
                <a:effectLst/>
                <a:uFillTx/>
                <a:latin typeface="Calibri"/>
              </a:rPr>
              <a:t>&gt;</a:t>
            </a:r>
            <a:endParaRPr lang="en-US" sz="3200" b="1" u="none" strike="noStrike" dirty="0">
              <a:effectLst/>
              <a:uFillTx/>
              <a:latin typeface="Arial"/>
            </a:endParaRP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5C92B34F-A67C-E1E6-40FB-10EEE9AE6379}"/>
              </a:ext>
            </a:extLst>
          </p:cNvPr>
          <p:cNvSpPr/>
          <p:nvPr/>
        </p:nvSpPr>
        <p:spPr>
          <a:xfrm>
            <a:off x="249382" y="1761509"/>
            <a:ext cx="3583800" cy="14758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עלות השחר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#ALOS72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זריחה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#SUNRISE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חצות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#CHAZOT</a:t>
            </a:r>
            <a:endParaRPr lang="he-IL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ct val="1000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שקיעה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#SUNSET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צאת הכוכבים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#TZAISYESHIVA</a:t>
            </a:r>
            <a:endParaRPr lang="en-US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F89BB994-3E83-36F9-40E4-B53B2C763F0B}"/>
              </a:ext>
            </a:extLst>
          </p:cNvPr>
          <p:cNvSpPr/>
          <p:nvPr/>
        </p:nvSpPr>
        <p:spPr>
          <a:xfrm>
            <a:off x="249382" y="3575186"/>
            <a:ext cx="3583800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200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1600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LIMUDYOMI</a:t>
            </a:r>
          </a:p>
        </p:txBody>
      </p:sp>
      <p:sp>
        <p:nvSpPr>
          <p:cNvPr id="2" name="dtHebDate_0">
            <a:extLst>
              <a:ext uri="{FF2B5EF4-FFF2-40B4-BE49-F238E27FC236}">
                <a16:creationId xmlns:a16="http://schemas.microsoft.com/office/drawing/2014/main" id="{5E271C63-5032-335F-BC01-3E51ADCBB7A1}"/>
              </a:ext>
            </a:extLst>
          </p:cNvPr>
          <p:cNvSpPr/>
          <p:nvPr/>
        </p:nvSpPr>
        <p:spPr>
          <a:xfrm>
            <a:off x="419045" y="363145"/>
            <a:ext cx="2458626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#</a:t>
            </a: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DICLOCK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tHebDate_0">
            <a:extLst>
              <a:ext uri="{FF2B5EF4-FFF2-40B4-BE49-F238E27FC236}">
                <a16:creationId xmlns:a16="http://schemas.microsoft.com/office/drawing/2014/main" id="{63B35B13-BDA7-2382-2C9B-1F1EB7256171}"/>
              </a:ext>
            </a:extLst>
          </p:cNvPr>
          <p:cNvSpPr/>
          <p:nvPr/>
        </p:nvSpPr>
        <p:spPr>
          <a:xfrm>
            <a:off x="4097959" y="181691"/>
            <a:ext cx="3996079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בית הכנסת הספרדי</a:t>
            </a:r>
          </a:p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מעשה ניסים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E9320BB-CF23-FCB3-EB65-54220139054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51741" y="7055340"/>
            <a:ext cx="3330636" cy="258904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9B0FEF4-09AE-B433-019B-3D1F4C4DDED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015953" y="4037958"/>
            <a:ext cx="2160087" cy="167913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B8E8C98-7C36-22C8-1FA7-5969DA1D4A82}"/>
              </a:ext>
            </a:extLst>
          </p:cNvPr>
          <p:cNvSpPr/>
          <p:nvPr/>
        </p:nvSpPr>
        <p:spPr>
          <a:xfrm>
            <a:off x="4304097" y="5688760"/>
            <a:ext cx="358380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</a:t>
            </a:r>
            <a:r>
              <a:rPr lang="en-US" sz="20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PARSHA</a:t>
            </a:r>
            <a:endParaRPr lang="en-US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09AEEA-9FE9-6208-420A-CA3BC69ECBDC}"/>
              </a:ext>
            </a:extLst>
          </p:cNvPr>
          <p:cNvSpPr/>
          <p:nvPr/>
        </p:nvSpPr>
        <p:spPr>
          <a:xfrm>
            <a:off x="4304097" y="6038708"/>
            <a:ext cx="35838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rtl="1"/>
            <a:r>
              <a:rPr lang="he-IL" sz="1400" dirty="0"/>
              <a:t>הדלקת נרות -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#SHABBOS-30</a:t>
            </a:r>
            <a:endParaRPr lang="he-I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1400" u="none" strike="noStrike" dirty="0">
                <a:effectLst/>
                <a:uFillTx/>
                <a:latin typeface="Arial"/>
              </a:rPr>
              <a:t>מוצ</a:t>
            </a:r>
            <a:r>
              <a:rPr lang="he-IL" sz="1400" dirty="0">
                <a:latin typeface="Arial"/>
              </a:rPr>
              <a:t>"ש - </a:t>
            </a:r>
            <a:r>
              <a:rPr lang="en-US" sz="1400" dirty="0">
                <a:latin typeface="Arial"/>
              </a:rPr>
              <a:t>#MOZASH</a:t>
            </a:r>
            <a:endParaRPr lang="en-US" sz="140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15977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0BDF163-A326-A48D-78C5-8A59F580915C}"/>
              </a:ext>
            </a:extLst>
          </p:cNvPr>
          <p:cNvSpPr txBox="1"/>
          <p:nvPr/>
        </p:nvSpPr>
        <p:spPr>
          <a:xfrm>
            <a:off x="179294" y="98612"/>
            <a:ext cx="1170790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#CONFIG:{</a:t>
            </a:r>
          </a:p>
          <a:p>
            <a:r>
              <a:rPr lang="en-US" dirty="0"/>
              <a:t>"clock_tick_seconds": 1.0,</a:t>
            </a:r>
          </a:p>
          <a:p>
            <a:r>
              <a:rPr lang="en-US" dirty="0"/>
              <a:t>"</a:t>
            </a:r>
            <a:r>
              <a:rPr lang="en-US" dirty="0" err="1"/>
              <a:t>debug_repaint_nudge_shape</a:t>
            </a:r>
            <a:r>
              <a:rPr lang="en-US" dirty="0"/>
              <a:t>": true,</a:t>
            </a:r>
          </a:p>
          <a:p>
            <a:r>
              <a:rPr lang="en-US" dirty="0"/>
              <a:t>"</a:t>
            </a:r>
            <a:r>
              <a:rPr lang="en-US" dirty="0" err="1"/>
              <a:t>clock_style</a:t>
            </a:r>
            <a:r>
              <a:rPr lang="en-US" dirty="0"/>
              <a:t>":{</a:t>
            </a:r>
            <a:r>
              <a:rPr lang="" dirty="0"/>
              <a:t>"hour_color": 255</a:t>
            </a:r>
            <a:r>
              <a:rPr lang="en-US" dirty="0"/>
              <a:t>},</a:t>
            </a:r>
          </a:p>
          <a:p>
            <a:r>
              <a:rPr lang="" dirty="0"/>
              <a:t>"debug_skip_slideshow": false</a:t>
            </a:r>
            <a:endParaRPr lang="en-US" dirty="0"/>
          </a:p>
          <a:p>
            <a:r>
              <a:rPr lang="en-US" dirty="0"/>
              <a:t>}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5062892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13622</TotalTime>
  <Words>238</Words>
  <Application>Microsoft Office PowerPoint</Application>
  <PresentationFormat>Widescreen</PresentationFormat>
  <Paragraphs>65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Microsoft JhengHei UI Light</vt:lpstr>
      <vt:lpstr>Aharoni</vt:lpstr>
      <vt:lpstr>Arial</vt:lpstr>
      <vt:lpstr>Calibri</vt:lpstr>
      <vt:lpstr>Calibri Light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Gabbay, Netanel</dc:creator>
  <dc:description/>
  <cp:lastModifiedBy>Gabbay, Netanel</cp:lastModifiedBy>
  <cp:revision>484</cp:revision>
  <dcterms:created xsi:type="dcterms:W3CDTF">2023-04-17T07:02:05Z</dcterms:created>
  <dcterms:modified xsi:type="dcterms:W3CDTF">2026-10-05T07:30:46Z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