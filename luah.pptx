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062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283" autoAdjust="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A865C-CAFD-F030-D5D3-01E5DA61E9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83B178-9D4D-B442-DE73-45B537FE7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87BA32-F9EC-565A-3A04-C056B698C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C0CE7-6962-4938-BE83-5A4FBAE4BCBD}" type="datetimeFigureOut">
              <a:rPr lang="en-IL" smtClean="0"/>
              <a:t>09/27/2026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885789-BB12-C4A6-68CE-5C770D220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158B2-046D-58EA-8CA0-B9407B2B1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B79055-7720-42FB-94E9-F91F22098D3B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29146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C3BD0-5171-8AF2-DC55-7EC99BC47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0B100-0BD9-83EC-E627-3B0828299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0D376E-109E-93D5-8259-2B2200FEC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C0CE7-6962-4938-BE83-5A4FBAE4BCBD}" type="datetimeFigureOut">
              <a:rPr lang="en-IL" smtClean="0"/>
              <a:t>09/27/2026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3371F-4FC2-E2CB-5747-367EC4BA0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BBFCC-45CA-EF5E-6994-A0F2DD118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B79055-7720-42FB-94E9-F91F22098D3B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836769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E5983-480D-FF8E-B917-AE894412B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F14C9-AA25-05F1-5372-84EF05927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576824-75EB-D7E4-D663-618C57B64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C0CE7-6962-4938-BE83-5A4FBAE4BCBD}" type="datetimeFigureOut">
              <a:rPr lang="en-IL" smtClean="0"/>
              <a:t>09/27/2026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F7EF5-61E0-179A-E9F2-37533F20D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465163-91F8-4546-089C-7ECFBB181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B79055-7720-42FB-94E9-F91F22098D3B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18688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89EDE-252B-BD9C-F153-0AE11D105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24FA2-0561-0C53-7E7B-C14027ADC5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56F68C-AD15-007C-05C4-6F87885423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F50D13-6C73-BF2D-1BC2-1AB65D75C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C0CE7-6962-4938-BE83-5A4FBAE4BCBD}" type="datetimeFigureOut">
              <a:rPr lang="en-IL" smtClean="0"/>
              <a:t>09/27/2026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BA5363-2305-E8FF-FC17-FECAE0D8D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776402-2F1C-A536-32D4-6A03DAC1C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B79055-7720-42FB-94E9-F91F22098D3B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51585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0B141-03B6-F1F3-3E05-CA2313D5A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054B2-112A-33FC-ADCF-82B7A4846D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4D515C-E92B-18C1-029A-CC2C301C50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CBD69A-BAB5-41DF-77F1-970588124E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886BC6-8A9B-176F-ECF8-F0900A34A8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D907A2-CB7A-0929-DAFC-01B5C17E9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C0CE7-6962-4938-BE83-5A4FBAE4BCBD}" type="datetimeFigureOut">
              <a:rPr lang="en-IL" smtClean="0"/>
              <a:t>09/27/2026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579216-9187-3A71-F681-A7AC6E0A4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E30981-5FF6-167D-48D4-4DCA58D67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B79055-7720-42FB-94E9-F91F22098D3B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63078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2ED2C-CDEA-A6C1-0D63-1A373C043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F23D9F-198D-4B06-BEF8-BD148FDFB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C0CE7-6962-4938-BE83-5A4FBAE4BCBD}" type="datetimeFigureOut">
              <a:rPr lang="en-IL" smtClean="0"/>
              <a:t>09/27/2026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4F4F81-9400-E06F-E7D9-DDF184C95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2F317E-4B14-8101-1842-6E6A183DB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B79055-7720-42FB-94E9-F91F22098D3B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59805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5A711B-A483-7A82-6713-50A82237B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C0CE7-6962-4938-BE83-5A4FBAE4BCBD}" type="datetimeFigureOut">
              <a:rPr lang="en-IL" smtClean="0"/>
              <a:t>09/27/2026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0E710E-7336-DD5C-2654-4A3CCFB9B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25FF7C-F742-C3C8-497B-176366FB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B79055-7720-42FB-94E9-F91F22098D3B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619856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A9FDC-CB9E-190C-C9AC-E16FAF45F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073AC-0D22-17D4-1A09-19F1C8671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E66471-7E9D-839F-229C-76E5D67F4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046C94-FD47-CD8D-27A9-0818A4E15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C0CE7-6962-4938-BE83-5A4FBAE4BCBD}" type="datetimeFigureOut">
              <a:rPr lang="en-IL" smtClean="0"/>
              <a:t>09/27/2026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EB7F2A-D926-DA95-885C-84537A64F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9934BE-4BC5-E69E-0693-64C1FA866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B79055-7720-42FB-94E9-F91F22098D3B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24647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7A660-EB1E-1C63-B79D-9618CA809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213690-792B-AE30-A5C5-8A6160C71A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A7A92B-0EB9-684F-4F0A-3B4C45B41D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2E39C0-5BBC-207E-5173-B1F86EF0B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C0CE7-6962-4938-BE83-5A4FBAE4BCBD}" type="datetimeFigureOut">
              <a:rPr lang="en-IL" smtClean="0"/>
              <a:t>09/27/2026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BF61F6-2BCD-D1FB-E208-BF5EAFBEE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D5B31B-7B53-0FB7-9AA3-289ABB355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B79055-7720-42FB-94E9-F91F22098D3B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61924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A974B-3A08-5A41-3FD9-619EBEF3B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0A346F-9409-D49E-3DC6-AE4765BF03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2DC8EC-4DAC-42BF-7BC9-4EB021130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C0CE7-6962-4938-BE83-5A4FBAE4BCBD}" type="datetimeFigureOut">
              <a:rPr lang="en-IL" smtClean="0"/>
              <a:t>09/27/2026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7E74D-0D2D-B33D-72E4-037A7E00C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43C80E-CC59-A2E9-9EF9-C8A1D322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B79055-7720-42FB-94E9-F91F22098D3B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45705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8FCDFD-B006-9C3E-F32E-F9C1197094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8B9DC9-E4E7-BD31-A582-869CAC3D0B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5E0A84-C8CA-79F0-4FC5-0F27B8015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C0CE7-6962-4938-BE83-5A4FBAE4BCBD}" type="datetimeFigureOut">
              <a:rPr lang="en-IL" smtClean="0"/>
              <a:t>09/27/2026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70B3E-829B-7524-38A4-F9856ACBC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1EE23-49D4-C6F5-9031-1A2939450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B79055-7720-42FB-94E9-F91F22098D3B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789436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27C489-1654-4E66-AD80-9503E9B13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4C6F18-572C-02C6-42B2-77F6FCA38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8083D6-56A0-920B-5964-BD399BBB4D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9C0CE7-6962-4938-BE83-5A4FBAE4BCBD}" type="datetimeFigureOut">
              <a:rPr lang="en-IL" smtClean="0"/>
              <a:t>09/27/2026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ECBCD0-A416-2E35-FF5A-EA6C9F69E1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AC78A-CF3A-120A-2385-A85C1456B5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B79055-7720-42FB-94E9-F91F22098D3B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07456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7" name="Picture 2" descr="Cartoon Clock Png">
            <a:extLst>
              <a:ext uri="{FF2B5EF4-FFF2-40B4-BE49-F238E27FC236}">
                <a16:creationId xmlns:a16="http://schemas.microsoft.com/office/drawing/2014/main" id="{DAF04928-C78E-B5DA-5816-0B1AFDDA4E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000" y="3106732"/>
            <a:ext cx="3543328" cy="3543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95B1AC7C-CC8C-DE49-6B0B-5B3E6FC64AD4}"/>
              </a:ext>
            </a:extLst>
          </p:cNvPr>
          <p:cNvSpPr/>
          <p:nvPr/>
        </p:nvSpPr>
        <p:spPr>
          <a:xfrm>
            <a:off x="325610" y="331328"/>
            <a:ext cx="3050508" cy="33770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5D8E68-13EB-94BC-3833-F1032BA81321}"/>
              </a:ext>
            </a:extLst>
          </p:cNvPr>
          <p:cNvSpPr/>
          <p:nvPr/>
        </p:nvSpPr>
        <p:spPr>
          <a:xfrm>
            <a:off x="8458245" y="3106733"/>
            <a:ext cx="3543328" cy="35433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FF0000"/>
                </a:solidFill>
              </a:rPr>
              <a:t>#ANCLOCK</a:t>
            </a:r>
            <a:endParaRPr lang="en-IL" dirty="0">
              <a:solidFill>
                <a:srgbClr val="FF0000"/>
              </a:solidFill>
            </a:endParaRPr>
          </a:p>
        </p:txBody>
      </p:sp>
      <p:sp>
        <p:nvSpPr>
          <p:cNvPr id="9" name="dtFullZmanim_0">
            <a:extLst>
              <a:ext uri="{FF2B5EF4-FFF2-40B4-BE49-F238E27FC236}">
                <a16:creationId xmlns:a16="http://schemas.microsoft.com/office/drawing/2014/main" id="{0DB57D89-23FD-A378-523D-645F06A1BDBC}"/>
              </a:ext>
            </a:extLst>
          </p:cNvPr>
          <p:cNvSpPr/>
          <p:nvPr/>
        </p:nvSpPr>
        <p:spPr>
          <a:xfrm>
            <a:off x="1134234" y="880603"/>
            <a:ext cx="1435008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/>
          <a:p>
            <a:pPr algn="ctr" rtl="1"/>
            <a:r>
              <a:rPr 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#FULLZMANIM</a:t>
            </a:r>
            <a:endParaRPr lang="he-IL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E772C9-1E65-1862-F2A1-6968CA36CE81}"/>
              </a:ext>
            </a:extLst>
          </p:cNvPr>
          <p:cNvSpPr/>
          <p:nvPr/>
        </p:nvSpPr>
        <p:spPr>
          <a:xfrm>
            <a:off x="8644811" y="293616"/>
            <a:ext cx="3182626" cy="24831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" name="dtHebDate_0">
            <a:extLst>
              <a:ext uri="{FF2B5EF4-FFF2-40B4-BE49-F238E27FC236}">
                <a16:creationId xmlns:a16="http://schemas.microsoft.com/office/drawing/2014/main" id="{6E6EE6ED-EDD7-F176-A8E7-B5D68C9D8763}"/>
              </a:ext>
            </a:extLst>
          </p:cNvPr>
          <p:cNvSpPr/>
          <p:nvPr/>
        </p:nvSpPr>
        <p:spPr>
          <a:xfrm>
            <a:off x="9489344" y="331328"/>
            <a:ext cx="1507913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#HEBDATE</a:t>
            </a:r>
            <a:endParaRPr lang="he-IL" sz="24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dtDayZmanim_0">
            <a:extLst>
              <a:ext uri="{FF2B5EF4-FFF2-40B4-BE49-F238E27FC236}">
                <a16:creationId xmlns:a16="http://schemas.microsoft.com/office/drawing/2014/main" id="{7A53CEE3-508E-1406-B3CF-57FF24CE8930}"/>
              </a:ext>
            </a:extLst>
          </p:cNvPr>
          <p:cNvSpPr/>
          <p:nvPr/>
        </p:nvSpPr>
        <p:spPr>
          <a:xfrm>
            <a:off x="9468161" y="899624"/>
            <a:ext cx="1547475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/>
          <a:p>
            <a:pPr algn="ctr" rtl="1"/>
            <a:r>
              <a:rPr lang="en-US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#DAYZMANIM</a:t>
            </a:r>
            <a:endParaRPr lang="en-US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dtDafYomi_0">
            <a:extLst>
              <a:ext uri="{FF2B5EF4-FFF2-40B4-BE49-F238E27FC236}">
                <a16:creationId xmlns:a16="http://schemas.microsoft.com/office/drawing/2014/main" id="{A164B21E-7F16-BBEA-0C0B-34F866310085}"/>
              </a:ext>
            </a:extLst>
          </p:cNvPr>
          <p:cNvSpPr/>
          <p:nvPr/>
        </p:nvSpPr>
        <p:spPr>
          <a:xfrm>
            <a:off x="9588569" y="1979831"/>
            <a:ext cx="1190134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#DAFYOMI</a:t>
            </a:r>
            <a:endParaRPr lang="he-IL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6BC09E-BABD-A6C7-883E-8A6C237023AD}"/>
              </a:ext>
            </a:extLst>
          </p:cNvPr>
          <p:cNvSpPr/>
          <p:nvPr/>
        </p:nvSpPr>
        <p:spPr>
          <a:xfrm>
            <a:off x="3727186" y="112641"/>
            <a:ext cx="4566557" cy="655124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7D448D8-F8C7-0DC8-DCED-85732E386C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8402" y="221764"/>
            <a:ext cx="1004900" cy="69168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763B033-32BB-9AF2-F0DF-8403787E95B5}"/>
              </a:ext>
            </a:extLst>
          </p:cNvPr>
          <p:cNvSpPr/>
          <p:nvPr/>
        </p:nvSpPr>
        <p:spPr>
          <a:xfrm>
            <a:off x="3802244" y="1383387"/>
            <a:ext cx="4425006" cy="5193062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sz="2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473179F-C198-19E5-BFD6-E0C7C754322E}"/>
              </a:ext>
            </a:extLst>
          </p:cNvPr>
          <p:cNvSpPr/>
          <p:nvPr/>
        </p:nvSpPr>
        <p:spPr>
          <a:xfrm>
            <a:off x="6094748" y="1772335"/>
            <a:ext cx="2085656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/>
            <a:r>
              <a:rPr lang="he-IL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הדלקת נרות: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379310-9A05-CC67-ECA2-B5F9D0D51C43}"/>
              </a:ext>
            </a:extLst>
          </p:cNvPr>
          <p:cNvSpPr/>
          <p:nvPr/>
        </p:nvSpPr>
        <p:spPr>
          <a:xfrm>
            <a:off x="6094747" y="2272404"/>
            <a:ext cx="2085656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/>
            <a:r>
              <a:rPr lang="he-IL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שיר השירים: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BEEB629-DAF2-8D5B-77B5-B4D1CC567654}"/>
              </a:ext>
            </a:extLst>
          </p:cNvPr>
          <p:cNvSpPr/>
          <p:nvPr/>
        </p:nvSpPr>
        <p:spPr>
          <a:xfrm>
            <a:off x="6094744" y="2775602"/>
            <a:ext cx="2085656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/>
            <a:r>
              <a:rPr lang="he-IL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מנחה: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0E4030F-AB8A-6287-9F8F-EF867061C5A8}"/>
              </a:ext>
            </a:extLst>
          </p:cNvPr>
          <p:cNvSpPr/>
          <p:nvPr/>
        </p:nvSpPr>
        <p:spPr>
          <a:xfrm>
            <a:off x="6094743" y="3276449"/>
            <a:ext cx="2085656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/>
            <a:r>
              <a:rPr lang="he-IL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שחרית: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4BFA2F0-1067-315B-5E9F-291DF16BC886}"/>
              </a:ext>
            </a:extLst>
          </p:cNvPr>
          <p:cNvSpPr/>
          <p:nvPr/>
        </p:nvSpPr>
        <p:spPr>
          <a:xfrm>
            <a:off x="4985905" y="3778868"/>
            <a:ext cx="3193260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/>
            <a:r>
              <a:rPr lang="he-IL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תפילת ילדים אחרי מוסף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5D50EC-4D21-2DFB-0401-984B443ACA64}"/>
              </a:ext>
            </a:extLst>
          </p:cNvPr>
          <p:cNvSpPr/>
          <p:nvPr/>
        </p:nvSpPr>
        <p:spPr>
          <a:xfrm>
            <a:off x="6094742" y="4278938"/>
            <a:ext cx="2085656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/>
            <a:r>
              <a:rPr lang="he-IL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תהילים: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38B01A8-5716-FD1C-0C31-DB08BD35F0B8}"/>
              </a:ext>
            </a:extLst>
          </p:cNvPr>
          <p:cNvSpPr/>
          <p:nvPr/>
        </p:nvSpPr>
        <p:spPr>
          <a:xfrm>
            <a:off x="6094741" y="4782135"/>
            <a:ext cx="2085656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/>
            <a:r>
              <a:rPr lang="he-IL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שיעור: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418558-C4E9-EE44-9DB4-EFFF91046A0A}"/>
              </a:ext>
            </a:extLst>
          </p:cNvPr>
          <p:cNvSpPr/>
          <p:nvPr/>
        </p:nvSpPr>
        <p:spPr>
          <a:xfrm>
            <a:off x="6094740" y="5282983"/>
            <a:ext cx="2085656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/>
            <a:r>
              <a:rPr lang="he-IL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מנחה: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CD84834-DF89-7029-809D-CB3AC0C23CD9}"/>
              </a:ext>
            </a:extLst>
          </p:cNvPr>
          <p:cNvSpPr/>
          <p:nvPr/>
        </p:nvSpPr>
        <p:spPr>
          <a:xfrm>
            <a:off x="5608931" y="5785386"/>
            <a:ext cx="2592078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/>
            <a:r>
              <a:rPr lang="he-IL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ערבית וצאת שבת: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52A601A-F216-F3C7-C9EA-3784140539A4}"/>
              </a:ext>
            </a:extLst>
          </p:cNvPr>
          <p:cNvSpPr/>
          <p:nvPr/>
        </p:nvSpPr>
        <p:spPr>
          <a:xfrm>
            <a:off x="3853574" y="3778868"/>
            <a:ext cx="1132330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endParaRPr lang="he-IL" sz="2400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Microsoft JhengHei UI Light" panose="020B0304030504040204" pitchFamily="34" charset="-120"/>
              <a:ea typeface="Microsoft JhengHei UI Light" panose="020B0304030504040204" pitchFamily="34" charset="-12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392909-7458-7695-F25D-EA317D5D913F}"/>
              </a:ext>
            </a:extLst>
          </p:cNvPr>
          <p:cNvSpPr/>
          <p:nvPr/>
        </p:nvSpPr>
        <p:spPr>
          <a:xfrm>
            <a:off x="3853574" y="3276449"/>
            <a:ext cx="1491947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rtl="1"/>
            <a:r>
              <a:rPr lang="he-IL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08:15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DA185AD-6F4B-CD0F-3108-852C569BC1A4}"/>
              </a:ext>
            </a:extLst>
          </p:cNvPr>
          <p:cNvSpPr/>
          <p:nvPr/>
        </p:nvSpPr>
        <p:spPr>
          <a:xfrm>
            <a:off x="3853574" y="4782708"/>
            <a:ext cx="1491947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rtl="1"/>
            <a:r>
              <a:rPr lang="he-IL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17:30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DAF6A5A-CE33-FFFB-8376-0A0DB50D73EB}"/>
              </a:ext>
            </a:extLst>
          </p:cNvPr>
          <p:cNvSpPr/>
          <p:nvPr/>
        </p:nvSpPr>
        <p:spPr>
          <a:xfrm>
            <a:off x="3853574" y="4280290"/>
            <a:ext cx="1491947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rtl="1"/>
            <a:r>
              <a:rPr lang="he-IL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17:00</a:t>
            </a:r>
          </a:p>
        </p:txBody>
      </p:sp>
      <p:sp>
        <p:nvSpPr>
          <p:cNvPr id="35" name="dtMinha_1">
            <a:extLst>
              <a:ext uri="{FF2B5EF4-FFF2-40B4-BE49-F238E27FC236}">
                <a16:creationId xmlns:a16="http://schemas.microsoft.com/office/drawing/2014/main" id="{F04CCC6B-F2A2-E1E9-DE01-6E65D0294D26}"/>
              </a:ext>
            </a:extLst>
          </p:cNvPr>
          <p:cNvSpPr/>
          <p:nvPr/>
        </p:nvSpPr>
        <p:spPr>
          <a:xfrm>
            <a:off x="3853808" y="2774823"/>
            <a:ext cx="1998988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rtl="1"/>
            <a:r>
              <a:rPr lang="en-US" sz="2400" b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#MINHA</a:t>
            </a:r>
            <a:endParaRPr lang="he-IL" sz="24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Microsoft JhengHei UI Light" panose="020B0304030504040204" pitchFamily="34" charset="-120"/>
              <a:ea typeface="Microsoft JhengHei UI Light" panose="020B0304030504040204" pitchFamily="34" charset="-120"/>
            </a:endParaRPr>
          </a:p>
        </p:txBody>
      </p:sp>
      <p:sp>
        <p:nvSpPr>
          <p:cNvPr id="36" name="dtShir_1">
            <a:extLst>
              <a:ext uri="{FF2B5EF4-FFF2-40B4-BE49-F238E27FC236}">
                <a16:creationId xmlns:a16="http://schemas.microsoft.com/office/drawing/2014/main" id="{926F6F9E-083A-4D02-1F94-7E68EA464723}"/>
              </a:ext>
            </a:extLst>
          </p:cNvPr>
          <p:cNvSpPr/>
          <p:nvPr/>
        </p:nvSpPr>
        <p:spPr>
          <a:xfrm>
            <a:off x="3853808" y="2272404"/>
            <a:ext cx="1491947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rtl="1"/>
            <a:r>
              <a:rPr lang="en-US" sz="2400" b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#SHIR</a:t>
            </a:r>
            <a:endParaRPr lang="he-IL" sz="24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Microsoft JhengHei UI Light" panose="020B0304030504040204" pitchFamily="34" charset="-120"/>
              <a:ea typeface="Microsoft JhengHei UI Light" panose="020B0304030504040204" pitchFamily="34" charset="-120"/>
            </a:endParaRPr>
          </a:p>
        </p:txBody>
      </p:sp>
      <p:sp>
        <p:nvSpPr>
          <p:cNvPr id="37" name="dtNerot_1">
            <a:extLst>
              <a:ext uri="{FF2B5EF4-FFF2-40B4-BE49-F238E27FC236}">
                <a16:creationId xmlns:a16="http://schemas.microsoft.com/office/drawing/2014/main" id="{8374D1EC-C2FC-085A-0591-1D499F920977}"/>
              </a:ext>
            </a:extLst>
          </p:cNvPr>
          <p:cNvSpPr/>
          <p:nvPr/>
        </p:nvSpPr>
        <p:spPr>
          <a:xfrm>
            <a:off x="3853574" y="1771680"/>
            <a:ext cx="1491947" cy="830997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/>
            <a:r>
              <a:rPr lang="en-US" sz="2400" b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#SUNSET-01:30</a:t>
            </a:r>
            <a:endParaRPr lang="he-IL" sz="24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Microsoft JhengHei UI Light" panose="020B0304030504040204" pitchFamily="34" charset="-120"/>
              <a:ea typeface="Microsoft JhengHei UI Light" panose="020B0304030504040204" pitchFamily="34" charset="-12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A2E0015-9EBB-77EE-0100-6C1E9FD1974D}"/>
              </a:ext>
            </a:extLst>
          </p:cNvPr>
          <p:cNvSpPr/>
          <p:nvPr/>
        </p:nvSpPr>
        <p:spPr>
          <a:xfrm>
            <a:off x="3853572" y="5286067"/>
            <a:ext cx="1491947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rtl="1"/>
            <a:r>
              <a:rPr lang="he-IL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18:15</a:t>
            </a:r>
          </a:p>
        </p:txBody>
      </p:sp>
      <p:sp>
        <p:nvSpPr>
          <p:cNvPr id="39" name="dtMozash_1">
            <a:extLst>
              <a:ext uri="{FF2B5EF4-FFF2-40B4-BE49-F238E27FC236}">
                <a16:creationId xmlns:a16="http://schemas.microsoft.com/office/drawing/2014/main" id="{C3461A35-77CE-1994-8D8C-FA153932EBF7}"/>
              </a:ext>
            </a:extLst>
          </p:cNvPr>
          <p:cNvSpPr/>
          <p:nvPr/>
        </p:nvSpPr>
        <p:spPr>
          <a:xfrm>
            <a:off x="3853572" y="5786485"/>
            <a:ext cx="1850942" cy="461666"/>
          </a:xfrm>
          <a:prstGeom prst="rect">
            <a:avLst/>
          </a:prstGeom>
          <a:solidFill>
            <a:srgbClr val="606279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rtl="1"/>
            <a:r>
              <a:rPr lang="en-US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#MOZASH</a:t>
            </a:r>
            <a:endParaRPr lang="he-IL" sz="24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Microsoft JhengHei UI Light" panose="020B0304030504040204" pitchFamily="34" charset="-120"/>
              <a:ea typeface="Microsoft JhengHei UI Light" panose="020B0304030504040204" pitchFamily="34" charset="-12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FA0C3682-A99F-DFD9-D715-B5CAC0FA4C04}"/>
              </a:ext>
            </a:extLst>
          </p:cNvPr>
          <p:cNvSpPr/>
          <p:nvPr/>
        </p:nvSpPr>
        <p:spPr>
          <a:xfrm>
            <a:off x="430821" y="377455"/>
            <a:ext cx="2874979" cy="461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זמני היום:</a:t>
            </a:r>
          </a:p>
        </p:txBody>
      </p:sp>
      <p:sp>
        <p:nvSpPr>
          <p:cNvPr id="10" name="dtParsha_1">
            <a:extLst>
              <a:ext uri="{FF2B5EF4-FFF2-40B4-BE49-F238E27FC236}">
                <a16:creationId xmlns:a16="http://schemas.microsoft.com/office/drawing/2014/main" id="{26A273E8-6B8C-9DE3-0900-F642AC1FCF45}"/>
              </a:ext>
            </a:extLst>
          </p:cNvPr>
          <p:cNvSpPr/>
          <p:nvPr/>
        </p:nvSpPr>
        <p:spPr>
          <a:xfrm>
            <a:off x="3802244" y="917585"/>
            <a:ext cx="4425006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tr" rtl="1"/>
            <a:r>
              <a:rPr lang="en-US" sz="2400" b="1">
                <a:ln w="0"/>
                <a:solidFill>
                  <a:srgbClr val="606279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#PARSHA</a:t>
            </a:r>
            <a:endParaRPr lang="he-IL" sz="2400" b="1" dirty="0">
              <a:ln w="0"/>
              <a:solidFill>
                <a:srgbClr val="606279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Microsoft JhengHei UI Light" panose="020B0304030504040204" pitchFamily="34" charset="-120"/>
              <a:ea typeface="Microsoft JhengHei UI Light" panose="020B0304030504040204" pitchFamily="34" charset="-12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016044-5767-3319-FAA2-304E99960F5C}"/>
              </a:ext>
            </a:extLst>
          </p:cNvPr>
          <p:cNvSpPr/>
          <p:nvPr/>
        </p:nvSpPr>
        <p:spPr>
          <a:xfrm>
            <a:off x="75927" y="4278938"/>
            <a:ext cx="3584766" cy="181588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שכונת נוה שיר מקדמת את כל האורחים הבאים בשעריה</a:t>
            </a:r>
          </a:p>
          <a:p>
            <a:pPr algn="ctr"/>
            <a:r>
              <a:rPr lang="he-IL" sz="28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בברכת שבת שלום</a:t>
            </a:r>
            <a:endParaRPr lang="en-US" sz="2800" b="1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72F537-812C-6B16-3651-630C73738475}"/>
              </a:ext>
            </a:extLst>
          </p:cNvPr>
          <p:cNvSpPr/>
          <p:nvPr/>
        </p:nvSpPr>
        <p:spPr>
          <a:xfrm>
            <a:off x="430821" y="6137589"/>
            <a:ext cx="2874979" cy="55524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#CHOLONLY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027324162"/>
      </p:ext>
    </p:extLst>
  </p:cSld>
  <p:clrMapOvr>
    <a:masterClrMapping/>
  </p:clrMapOvr>
  <p:transition advTm="100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4086C8F-CBD3-6133-A29F-A0685DD0DF37}"/>
              </a:ext>
            </a:extLst>
          </p:cNvPr>
          <p:cNvSpPr/>
          <p:nvPr/>
        </p:nvSpPr>
        <p:spPr>
          <a:xfrm>
            <a:off x="1125416" y="1852643"/>
            <a:ext cx="9804320" cy="313932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שכונת נוה שיר מקדמת את כל האורחים הבאים בשעריה בברכת שבת שלום</a:t>
            </a:r>
            <a:endParaRPr lang="en-US" sz="66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7827AB-9CC2-F6B1-50E9-5A67A5ED058D}"/>
              </a:ext>
            </a:extLst>
          </p:cNvPr>
          <p:cNvSpPr/>
          <p:nvPr/>
        </p:nvSpPr>
        <p:spPr>
          <a:xfrm>
            <a:off x="430821" y="6137589"/>
            <a:ext cx="2874979" cy="55524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#NONCHOLONLY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230296091"/>
      </p:ext>
    </p:extLst>
  </p:cSld>
  <p:clrMapOvr>
    <a:masterClrMapping/>
  </p:clrMapOvr>
  <p:transition advTm="5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Cartoon Clock Png">
            <a:extLst>
              <a:ext uri="{FF2B5EF4-FFF2-40B4-BE49-F238E27FC236}">
                <a16:creationId xmlns:a16="http://schemas.microsoft.com/office/drawing/2014/main" id="{AED7574C-9559-FE21-730E-5C90BC4424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1600" y="1602945"/>
            <a:ext cx="3000600" cy="3000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1AFB11-C847-3B49-6EB3-D01ABBCF3DE0}"/>
              </a:ext>
            </a:extLst>
          </p:cNvPr>
          <p:cNvSpPr/>
          <p:nvPr/>
        </p:nvSpPr>
        <p:spPr>
          <a:xfrm>
            <a:off x="8032793" y="2962946"/>
            <a:ext cx="3576186" cy="35433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3" name="dtFullZmanim_0">
            <a:extLst>
              <a:ext uri="{FF2B5EF4-FFF2-40B4-BE49-F238E27FC236}">
                <a16:creationId xmlns:a16="http://schemas.microsoft.com/office/drawing/2014/main" id="{946FE368-DCB2-267F-B3D0-3EE941B660D0}"/>
              </a:ext>
            </a:extLst>
          </p:cNvPr>
          <p:cNvSpPr/>
          <p:nvPr/>
        </p:nvSpPr>
        <p:spPr>
          <a:xfrm>
            <a:off x="8065190" y="3505243"/>
            <a:ext cx="3511390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tr" rtl="1"/>
            <a:r>
              <a:rPr lang="en-US" sz="1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#FULLZMANIM</a:t>
            </a:r>
            <a:endParaRPr lang="he-IL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D3931CE-E519-6B4E-2772-4A565744106E}"/>
              </a:ext>
            </a:extLst>
          </p:cNvPr>
          <p:cNvSpPr/>
          <p:nvPr/>
        </p:nvSpPr>
        <p:spPr>
          <a:xfrm>
            <a:off x="8149166" y="3043578"/>
            <a:ext cx="3320556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זמני היום: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62B55E-42CF-251A-C8D1-309715CCD52E}"/>
              </a:ext>
            </a:extLst>
          </p:cNvPr>
          <p:cNvSpPr/>
          <p:nvPr/>
        </p:nvSpPr>
        <p:spPr>
          <a:xfrm>
            <a:off x="8276671" y="1067820"/>
            <a:ext cx="3182626" cy="166429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dtHebDate_0">
            <a:extLst>
              <a:ext uri="{FF2B5EF4-FFF2-40B4-BE49-F238E27FC236}">
                <a16:creationId xmlns:a16="http://schemas.microsoft.com/office/drawing/2014/main" id="{BAB3DDB9-EB4A-30D2-6F64-85DB022A71B0}"/>
              </a:ext>
            </a:extLst>
          </p:cNvPr>
          <p:cNvSpPr/>
          <p:nvPr/>
        </p:nvSpPr>
        <p:spPr>
          <a:xfrm>
            <a:off x="9121204" y="1105532"/>
            <a:ext cx="1507913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#HEBDATE</a:t>
            </a:r>
            <a:endParaRPr lang="he-IL" sz="24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dtDayZmanim_0">
            <a:extLst>
              <a:ext uri="{FF2B5EF4-FFF2-40B4-BE49-F238E27FC236}">
                <a16:creationId xmlns:a16="http://schemas.microsoft.com/office/drawing/2014/main" id="{D4C49DB2-000D-79C1-A0F0-00AE3F012546}"/>
              </a:ext>
            </a:extLst>
          </p:cNvPr>
          <p:cNvSpPr/>
          <p:nvPr/>
        </p:nvSpPr>
        <p:spPr>
          <a:xfrm>
            <a:off x="9100021" y="1673828"/>
            <a:ext cx="1547475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/>
          <a:p>
            <a:pPr algn="ctr" rtl="1"/>
            <a:r>
              <a:rPr lang="en-US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#DAYZMANIM</a:t>
            </a:r>
            <a:endParaRPr lang="en-US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F49206-A62D-79E4-A76C-1863152BF003}"/>
              </a:ext>
            </a:extLst>
          </p:cNvPr>
          <p:cNvSpPr/>
          <p:nvPr/>
        </p:nvSpPr>
        <p:spPr>
          <a:xfrm>
            <a:off x="4610100" y="1602946"/>
            <a:ext cx="3000600" cy="3000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FF0000"/>
                </a:solidFill>
              </a:rPr>
              <a:t>#ANCLOCK</a:t>
            </a:r>
            <a:endParaRPr lang="en-IL" dirty="0">
              <a:solidFill>
                <a:srgbClr val="FF000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6D56CF-09A4-1F7D-7AE0-5C3F91980460}"/>
              </a:ext>
            </a:extLst>
          </p:cNvPr>
          <p:cNvSpPr/>
          <p:nvPr/>
        </p:nvSpPr>
        <p:spPr>
          <a:xfrm>
            <a:off x="4188007" y="189041"/>
            <a:ext cx="3712875" cy="1292662"/>
          </a:xfrm>
          <a:prstGeom prst="rect">
            <a:avLst/>
          </a:prstGeom>
          <a:noFill/>
          <a:ln>
            <a:noFill/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e-IL" sz="540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בית כנסת 'יחד'</a:t>
            </a:r>
            <a:br>
              <a:rPr lang="en-US" sz="540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he-IL" sz="240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נוה שיר, עלי</a:t>
            </a:r>
            <a:endParaRPr lang="en-US" sz="540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1C4B9BDC-8721-CE34-7BFE-0F3ED3EA9E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2768" y="4692394"/>
            <a:ext cx="2635264" cy="1813881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F75C9352-B0A8-D23A-E104-5CD749FAAF46}"/>
              </a:ext>
            </a:extLst>
          </p:cNvPr>
          <p:cNvSpPr/>
          <p:nvPr/>
        </p:nvSpPr>
        <p:spPr>
          <a:xfrm>
            <a:off x="583021" y="4943475"/>
            <a:ext cx="3576186" cy="156279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30" name="dtParsha_1">
            <a:extLst>
              <a:ext uri="{FF2B5EF4-FFF2-40B4-BE49-F238E27FC236}">
                <a16:creationId xmlns:a16="http://schemas.microsoft.com/office/drawing/2014/main" id="{9AE0025D-BE31-54C4-030F-F4082E052735}"/>
              </a:ext>
            </a:extLst>
          </p:cNvPr>
          <p:cNvSpPr/>
          <p:nvPr/>
        </p:nvSpPr>
        <p:spPr>
          <a:xfrm>
            <a:off x="598453" y="5018553"/>
            <a:ext cx="3545321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tr" rtl="1"/>
            <a:r>
              <a:rPr lang="en-US" sz="2000" b="1">
                <a:ln w="0"/>
                <a:solidFill>
                  <a:srgbClr val="606279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#PARSHA</a:t>
            </a:r>
            <a:endParaRPr lang="he-IL" sz="2000" b="1" dirty="0">
              <a:ln w="0"/>
              <a:solidFill>
                <a:srgbClr val="606279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Microsoft JhengHei UI Light" panose="020B0304030504040204" pitchFamily="34" charset="-120"/>
              <a:ea typeface="Microsoft JhengHei UI Light" panose="020B0304030504040204" pitchFamily="34" charset="-12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B65FB3-2CFC-B575-D279-B749CD8F458B}"/>
              </a:ext>
            </a:extLst>
          </p:cNvPr>
          <p:cNvSpPr/>
          <p:nvPr/>
        </p:nvSpPr>
        <p:spPr>
          <a:xfrm>
            <a:off x="583021" y="1063809"/>
            <a:ext cx="3576186" cy="35433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EACC7E-3559-70FF-8D31-6DC25697F463}"/>
              </a:ext>
            </a:extLst>
          </p:cNvPr>
          <p:cNvSpPr/>
          <p:nvPr/>
        </p:nvSpPr>
        <p:spPr>
          <a:xfrm>
            <a:off x="699394" y="1144441"/>
            <a:ext cx="3320556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לימוד יומי:</a:t>
            </a:r>
          </a:p>
        </p:txBody>
      </p:sp>
      <p:sp>
        <p:nvSpPr>
          <p:cNvPr id="36" name="dtLimudYomi_0">
            <a:extLst>
              <a:ext uri="{FF2B5EF4-FFF2-40B4-BE49-F238E27FC236}">
                <a16:creationId xmlns:a16="http://schemas.microsoft.com/office/drawing/2014/main" id="{3B471E84-AA68-DA00-EA4C-204B7B50653A}"/>
              </a:ext>
            </a:extLst>
          </p:cNvPr>
          <p:cNvSpPr txBox="1"/>
          <p:nvPr/>
        </p:nvSpPr>
        <p:spPr>
          <a:xfrm>
            <a:off x="771525" y="1567197"/>
            <a:ext cx="3248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#LIMUDYOMI</a:t>
            </a:r>
            <a:endParaRPr lang="he-IL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2" name="dtMozash_1">
            <a:extLst>
              <a:ext uri="{FF2B5EF4-FFF2-40B4-BE49-F238E27FC236}">
                <a16:creationId xmlns:a16="http://schemas.microsoft.com/office/drawing/2014/main" id="{48F99D03-0E98-A380-D83B-9ACCF201BD66}"/>
              </a:ext>
            </a:extLst>
          </p:cNvPr>
          <p:cNvSpPr/>
          <p:nvPr/>
        </p:nvSpPr>
        <p:spPr>
          <a:xfrm>
            <a:off x="1127205" y="5985052"/>
            <a:ext cx="149968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rtl="1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#MOZASH</a:t>
            </a:r>
            <a:endParaRPr lang="he-IL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Microsoft JhengHei UI Light" panose="020B0304030504040204" pitchFamily="34" charset="-120"/>
              <a:ea typeface="Microsoft JhengHei UI Light" panose="020B0304030504040204" pitchFamily="34" charset="-12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EB5F694-2F68-31DC-ABE2-72A32A576EAF}"/>
              </a:ext>
            </a:extLst>
          </p:cNvPr>
          <p:cNvSpPr/>
          <p:nvPr/>
        </p:nvSpPr>
        <p:spPr>
          <a:xfrm>
            <a:off x="2333001" y="5985052"/>
            <a:ext cx="1310426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/>
            <a:r>
              <a:rPr lang="he-IL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צאת שבת:</a:t>
            </a:r>
          </a:p>
        </p:txBody>
      </p:sp>
      <p:sp>
        <p:nvSpPr>
          <p:cNvPr id="31" name="dtNerot_1">
            <a:extLst>
              <a:ext uri="{FF2B5EF4-FFF2-40B4-BE49-F238E27FC236}">
                <a16:creationId xmlns:a16="http://schemas.microsoft.com/office/drawing/2014/main" id="{1BB9BC51-81C4-1BB8-4345-0DD1849B928C}"/>
              </a:ext>
            </a:extLst>
          </p:cNvPr>
          <p:cNvSpPr/>
          <p:nvPr/>
        </p:nvSpPr>
        <p:spPr>
          <a:xfrm>
            <a:off x="1129902" y="5653820"/>
            <a:ext cx="1203099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rtl="1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#NEROT</a:t>
            </a:r>
            <a:endParaRPr lang="he-IL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Microsoft JhengHei UI Light" panose="020B0304030504040204" pitchFamily="34" charset="-120"/>
              <a:ea typeface="Microsoft JhengHei UI Light" panose="020B0304030504040204" pitchFamily="34" charset="-12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E796F06-B66A-84ED-4B87-5A4CF5151BD3}"/>
              </a:ext>
            </a:extLst>
          </p:cNvPr>
          <p:cNvSpPr/>
          <p:nvPr/>
        </p:nvSpPr>
        <p:spPr>
          <a:xfrm>
            <a:off x="2143743" y="5656373"/>
            <a:ext cx="1503992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r"/>
            <a:r>
              <a:rPr lang="he-IL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 UI Light" panose="020B0304030504040204" pitchFamily="34" charset="-120"/>
                <a:ea typeface="Microsoft JhengHei UI Light" panose="020B0304030504040204" pitchFamily="34" charset="-120"/>
              </a:rPr>
              <a:t>הדלקת נרות:</a:t>
            </a:r>
          </a:p>
        </p:txBody>
      </p:sp>
    </p:spTree>
    <p:extLst>
      <p:ext uri="{BB962C8B-B14F-4D97-AF65-F5344CB8AC3E}">
        <p14:creationId xmlns:p14="http://schemas.microsoft.com/office/powerpoint/2010/main" val="294840234"/>
      </p:ext>
    </p:extLst>
  </p:cSld>
  <p:clrMapOvr>
    <a:masterClrMapping/>
  </p:clrMapOvr>
  <p:transition advTm="50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12631</TotalTime>
  <Words>116</Words>
  <Application>Microsoft Office PowerPoint</Application>
  <PresentationFormat>Widescreen</PresentationFormat>
  <Paragraphs>42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Microsoft JhengHei UI Light</vt:lpstr>
      <vt:lpstr>Aharoni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Gabbay, Netanel</dc:creator>
  <cp:lastModifiedBy>Gabbay, Netanel</cp:lastModifiedBy>
  <cp:revision>425</cp:revision>
  <dcterms:created xsi:type="dcterms:W3CDTF">2023-04-17T07:02:05Z</dcterms:created>
  <dcterms:modified xsi:type="dcterms:W3CDTF">2026-09-27T12:16:51Z</dcterms:modified>
</cp:coreProperties>
</file>