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0" r:id="rId2"/>
    <p:sldId id="259" r:id="rId3"/>
    <p:sldId id="262" r:id="rId4"/>
    <p:sldId id="263" r:id="rId5"/>
  </p:sldIdLst>
  <p:sldSz cx="12192000" cy="6858000"/>
  <p:notesSz cx="7772400" cy="100584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4E3"/>
    <a:srgbClr val="002060"/>
    <a:srgbClr val="E2F0D9"/>
    <a:srgbClr val="DDD0B7"/>
    <a:srgbClr val="C1B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ED8FCA-2AB1-1DF8-BA20-BED3CD38F1A2}" v="7" dt="2026-10-08T14:52:30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B471E-2D90-49BC-A0B2-2FC9EAC1BE17}" type="datetimeFigureOut">
              <a:rPr lang="x-none" smtClean="0"/>
              <a:t>10/08/2026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1048A-9FF3-42A8-9F95-F29AC97CB98C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478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99AE77-7776-4BD1-AB5A-EEC0F4189CFB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B16A08-1D49-4D05-8222-C635F143A348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903630-ED88-4EE1-8544-B15362092D5A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58EDF7-AE9E-4A28-94A9-890CC40594A2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x-non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x-non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x-none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x-non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x-non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x-non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A1531D-7388-46B1-B8B8-68A23A8BC79A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922409-5C0F-4E6F-BB09-DE198C25E6BD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8C7008-9342-4EA7-B80A-31098A996368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x-none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x-non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x-non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x-non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x-non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C1B76E-2C69-4E12-8968-8BD01CE3FB9D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D535B1-ACF6-4587-9162-5B5394E6C0A2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FC6495-8D79-4CFF-B5E9-679EA4901923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7D9BC1-D170-4732-A7B4-8079B5F63717}" type="slidenum">
              <a:rPr lang="x-non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BDF163-A326-A48D-78C5-8A59F580915C}"/>
              </a:ext>
            </a:extLst>
          </p:cNvPr>
          <p:cNvSpPr txBox="1"/>
          <p:nvPr/>
        </p:nvSpPr>
        <p:spPr>
          <a:xfrm>
            <a:off x="179294" y="98612"/>
            <a:ext cx="1170790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#CONFIG:{</a:t>
            </a:r>
          </a:p>
          <a:p>
            <a:r>
              <a:rPr lang="en-US" dirty="0"/>
              <a:t>"</a:t>
            </a:r>
            <a:r>
              <a:rPr lang="en-US" dirty="0" err="1"/>
              <a:t>clock_tick_seconds</a:t>
            </a:r>
            <a:r>
              <a:rPr lang="en-US" dirty="0"/>
              <a:t>": 1.0,</a:t>
            </a:r>
          </a:p>
          <a:p>
            <a:r>
              <a:rPr lang="en-US" dirty="0"/>
              <a:t>"mock_start_datetime": </a:t>
            </a:r>
            <a:r>
              <a:rPr lang="en-US"/>
              <a:t>“2026-10-10T23:47:30</a:t>
            </a:r>
            <a:r>
              <a:rPr lang="en-US" dirty="0"/>
              <a:t>”,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“_</a:t>
            </a:r>
            <a:r>
              <a:rPr lang="en-US" dirty="0" err="1"/>
              <a:t>debug_repaint_lock_controllers</a:t>
            </a:r>
            <a:r>
              <a:rPr lang="en-US" dirty="0"/>
              <a:t>": false,</a:t>
            </a:r>
          </a:p>
          <a:p>
            <a:r>
              <a:rPr lang="" dirty="0"/>
              <a:t>“_</a:t>
            </a:r>
            <a:r>
              <a:rPr lang="" dirty="0" err="1"/>
              <a:t>debug_skip_slideshow</a:t>
            </a:r>
            <a:r>
              <a:rPr lang="" dirty="0"/>
              <a:t>": true,</a:t>
            </a:r>
            <a:endParaRPr lang="en-US" dirty="0"/>
          </a:p>
          <a:p>
            <a:r>
              <a:rPr lang="en-US" dirty="0"/>
              <a:t>"</a:t>
            </a:r>
            <a:r>
              <a:rPr lang="en-US" dirty="0" err="1"/>
              <a:t>clock_style</a:t>
            </a:r>
            <a:r>
              <a:rPr lang="en-US" dirty="0"/>
              <a:t>":{</a:t>
            </a:r>
            <a:r>
              <a:rPr lang="" dirty="0"/>
              <a:t>"</a:t>
            </a:r>
            <a:r>
              <a:rPr lang="" dirty="0" err="1"/>
              <a:t>hour_color</a:t>
            </a:r>
            <a:r>
              <a:rPr lang="" dirty="0"/>
              <a:t>": 0</a:t>
            </a:r>
            <a:r>
              <a:rPr lang="en-US" dirty="0"/>
              <a:t>}</a:t>
            </a:r>
          </a:p>
          <a:p>
            <a:r>
              <a:rPr lang="en-US" dirty="0"/>
              <a:t>}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062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959CCB4F-1C1F-193A-9204-B942B10A6EF3}"/>
              </a:ext>
            </a:extLst>
          </p:cNvPr>
          <p:cNvSpPr/>
          <p:nvPr/>
        </p:nvSpPr>
        <p:spPr>
          <a:xfrm>
            <a:off x="4793673" y="1173018"/>
            <a:ext cx="2604654" cy="264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#ANCLOCK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dtHebDate_0">
            <a:extLst>
              <a:ext uri="{FF2B5EF4-FFF2-40B4-BE49-F238E27FC236}">
                <a16:creationId xmlns:a16="http://schemas.microsoft.com/office/drawing/2014/main" id="{97D3611B-0B83-7D52-1E01-096A0B432B66}"/>
              </a:ext>
            </a:extLst>
          </p:cNvPr>
          <p:cNvSpPr/>
          <p:nvPr/>
        </p:nvSpPr>
        <p:spPr>
          <a:xfrm>
            <a:off x="7976846" y="179873"/>
            <a:ext cx="4158004" cy="8393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#HEBDATE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#DAYINFO:n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21E2798-C075-2CEA-C463-8044C36F360A}"/>
              </a:ext>
            </a:extLst>
          </p:cNvPr>
          <p:cNvSpPr/>
          <p:nvPr/>
        </p:nvSpPr>
        <p:spPr>
          <a:xfrm>
            <a:off x="8358818" y="1336964"/>
            <a:ext cx="3583800" cy="521766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he-IL" sz="28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זמני תפילה: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856B9BC-89D9-64C0-40EB-4342AEF1672B}"/>
              </a:ext>
            </a:extLst>
          </p:cNvPr>
          <p:cNvSpPr/>
          <p:nvPr/>
        </p:nvSpPr>
        <p:spPr>
          <a:xfrm>
            <a:off x="249382" y="1336964"/>
            <a:ext cx="3583800" cy="521766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he-IL" sz="28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זמני היום: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5284ADA-8883-D97A-33A2-9053D8FA653B}"/>
              </a:ext>
            </a:extLst>
          </p:cNvPr>
          <p:cNvSpPr/>
          <p:nvPr/>
        </p:nvSpPr>
        <p:spPr>
          <a:xfrm>
            <a:off x="249382" y="3537986"/>
            <a:ext cx="3583800" cy="521766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he-IL" sz="28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לימוד יומי: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9C7E859-CAAF-4F6B-4D7F-FA1D72736937}"/>
              </a:ext>
            </a:extLst>
          </p:cNvPr>
          <p:cNvSpPr/>
          <p:nvPr/>
        </p:nvSpPr>
        <p:spPr>
          <a:xfrm>
            <a:off x="8482817" y="1791010"/>
            <a:ext cx="3338494" cy="4771281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 defTabSz="914400" rtl="1">
              <a:spcAft>
                <a:spcPts val="600"/>
              </a:spcAft>
            </a:pPr>
            <a:r>
              <a:rPr lang="he-IL" sz="3200" b="1" u="none" strike="noStrike" dirty="0">
                <a:effectLst/>
                <a:uFillTx/>
                <a:latin typeface="Calibri"/>
              </a:rPr>
              <a:t>#</a:t>
            </a:r>
            <a:r>
              <a:rPr lang="en-US" sz="3200" b="1" u="none" strike="noStrike" dirty="0">
                <a:effectLst/>
                <a:uFillTx/>
                <a:latin typeface="Calibri"/>
              </a:rPr>
              <a:t>CMD</a:t>
            </a:r>
            <a:r>
              <a:rPr lang="he-IL" sz="3200" b="1" u="none" strike="noStrike" dirty="0">
                <a:effectLst/>
                <a:uFillTx/>
                <a:latin typeface="Calibri"/>
              </a:rPr>
              <a:t>:&lt;</a:t>
            </a:r>
            <a:r>
              <a:rPr lang="en-US" sz="3200" b="1" u="none" strike="noStrike" dirty="0" err="1">
                <a:effectLst/>
                <a:uFillTx/>
                <a:latin typeface="Calibri"/>
              </a:rPr>
              <a:t>chol_desc</a:t>
            </a:r>
            <a:r>
              <a:rPr lang="he-IL" sz="3200" b="1" u="none" strike="noStrike" dirty="0">
                <a:effectLst/>
                <a:uFillTx/>
                <a:latin typeface="Calibri"/>
              </a:rPr>
              <a:t>&gt;</a:t>
            </a:r>
            <a:endParaRPr lang="en-US" sz="32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81FB427-B9C7-403B-9AC5-BCC0E90AE4EA}"/>
              </a:ext>
            </a:extLst>
          </p:cNvPr>
          <p:cNvSpPr/>
          <p:nvPr/>
        </p:nvSpPr>
        <p:spPr>
          <a:xfrm>
            <a:off x="8482817" y="1789192"/>
            <a:ext cx="3338493" cy="4771281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defTabSz="914400" rtl="1">
              <a:spcAft>
                <a:spcPts val="600"/>
              </a:spcAft>
            </a:pPr>
            <a:r>
              <a:rPr lang="he-IL" sz="3200" u="none" strike="noStrike" dirty="0">
                <a:effectLst/>
                <a:uFillTx/>
                <a:latin typeface="Calibri"/>
              </a:rPr>
              <a:t>#</a:t>
            </a:r>
            <a:r>
              <a:rPr lang="en-US" sz="3200" u="none" strike="noStrike" dirty="0">
                <a:effectLst/>
                <a:uFillTx/>
                <a:latin typeface="Calibri"/>
              </a:rPr>
              <a:t>CMD</a:t>
            </a:r>
            <a:r>
              <a:rPr lang="he-IL" sz="3200" u="none" strike="noStrike" dirty="0">
                <a:effectLst/>
                <a:uFillTx/>
                <a:latin typeface="Calibri"/>
              </a:rPr>
              <a:t>:&lt;</a:t>
            </a:r>
            <a:r>
              <a:rPr lang="en-US" sz="3200" u="none" strike="noStrike" dirty="0" err="1">
                <a:effectLst/>
                <a:uFillTx/>
                <a:latin typeface="Calibri"/>
              </a:rPr>
              <a:t>chol_times</a:t>
            </a:r>
            <a:r>
              <a:rPr lang="he-IL" sz="3200" u="none" strike="noStrike" dirty="0">
                <a:effectLst/>
                <a:uFillTx/>
                <a:latin typeface="Calibri"/>
              </a:rPr>
              <a:t>&gt;</a:t>
            </a:r>
            <a:endParaRPr lang="en-US" sz="3200" u="none" strike="noStrike" dirty="0">
              <a:effectLst/>
              <a:uFillTx/>
              <a:latin typeface="Arial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C92B34F-A67C-E1E6-40FB-10EEE9AE6379}"/>
              </a:ext>
            </a:extLst>
          </p:cNvPr>
          <p:cNvSpPr/>
          <p:nvPr/>
        </p:nvSpPr>
        <p:spPr>
          <a:xfrm>
            <a:off x="249382" y="1774209"/>
            <a:ext cx="3583800" cy="1666310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ts val="2500"/>
              </a:lnSpc>
            </a:pP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עלות השחר -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#ALOS72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זריחה -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#SUNRISE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חצות -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#CHAZOT</a:t>
            </a:r>
            <a:endParaRPr lang="he-IL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500"/>
              </a:lnSpc>
            </a:pP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שקיעה -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#SUNSET</a:t>
            </a:r>
          </a:p>
          <a:p>
            <a:pPr algn="ctr" defTabSz="914400" rtl="1">
              <a:lnSpc>
                <a:spcPts val="2500"/>
              </a:lnSpc>
            </a:pP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צאת הכוכבים -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#TZAISYESHIVA</a:t>
            </a:r>
            <a:endParaRPr lang="en-US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89BB994-3E83-36F9-40E4-B53B2C763F0B}"/>
              </a:ext>
            </a:extLst>
          </p:cNvPr>
          <p:cNvSpPr/>
          <p:nvPr/>
        </p:nvSpPr>
        <p:spPr>
          <a:xfrm>
            <a:off x="249382" y="3981586"/>
            <a:ext cx="3583800" cy="2578887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בבלי: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#DAFYOMIBV</a:t>
            </a: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ירושלמי: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#DAFYOMIYR</a:t>
            </a:r>
            <a:endParaRPr lang="he-IL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משניות: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#MISHNA</a:t>
            </a:r>
            <a:endParaRPr lang="he-IL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הלכה: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#HALACHA</a:t>
            </a:r>
            <a:endParaRPr lang="he-IL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רמב"ם: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#RAMBAM</a:t>
            </a:r>
            <a:endParaRPr lang="he-IL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תהילים:</a:t>
            </a:r>
            <a:r>
              <a:rPr lang="he-IL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#TEHILIM</a:t>
            </a:r>
          </a:p>
        </p:txBody>
      </p:sp>
      <p:sp>
        <p:nvSpPr>
          <p:cNvPr id="2" name="dtHebDate_0">
            <a:extLst>
              <a:ext uri="{FF2B5EF4-FFF2-40B4-BE49-F238E27FC236}">
                <a16:creationId xmlns:a16="http://schemas.microsoft.com/office/drawing/2014/main" id="{5E271C63-5032-335F-BC01-3E51ADCBB7A1}"/>
              </a:ext>
            </a:extLst>
          </p:cNvPr>
          <p:cNvSpPr/>
          <p:nvPr/>
        </p:nvSpPr>
        <p:spPr>
          <a:xfrm>
            <a:off x="419048" y="179872"/>
            <a:ext cx="3414133" cy="8393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#DICLOCK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tHebDate_0">
            <a:extLst>
              <a:ext uri="{FF2B5EF4-FFF2-40B4-BE49-F238E27FC236}">
                <a16:creationId xmlns:a16="http://schemas.microsoft.com/office/drawing/2014/main" id="{63B35B13-BDA7-2382-2C9B-1F1EB7256171}"/>
              </a:ext>
            </a:extLst>
          </p:cNvPr>
          <p:cNvSpPr/>
          <p:nvPr/>
        </p:nvSpPr>
        <p:spPr>
          <a:xfrm>
            <a:off x="4097959" y="181691"/>
            <a:ext cx="3996079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he-IL" sz="2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בית הכנסת הספרדי</a:t>
            </a:r>
          </a:p>
          <a:p>
            <a:pPr algn="ctr" defTabSz="914400">
              <a:lnSpc>
                <a:spcPct val="100000"/>
              </a:lnSpc>
            </a:pPr>
            <a:r>
              <a:rPr lang="he-IL" sz="2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מעשה ניסים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9320BB-CF23-FCB3-EB65-54220139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1741" y="7055340"/>
            <a:ext cx="3330636" cy="25890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9B0FEF4-09AE-B433-019B-3D1F4C4DDED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5953" y="4037958"/>
            <a:ext cx="2160087" cy="16791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8E8C98-7C36-22C8-1FA7-5969DA1D4A82}"/>
              </a:ext>
            </a:extLst>
          </p:cNvPr>
          <p:cNvSpPr/>
          <p:nvPr/>
        </p:nvSpPr>
        <p:spPr>
          <a:xfrm>
            <a:off x="4143369" y="5663360"/>
            <a:ext cx="3905256" cy="460211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he-IL" sz="24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#</a:t>
            </a:r>
            <a:r>
              <a:rPr lang="en-US" sz="24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PARSHA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9AEEA-9FE9-6208-420A-CA3BC69ECBDC}"/>
              </a:ext>
            </a:extLst>
          </p:cNvPr>
          <p:cNvSpPr/>
          <p:nvPr/>
        </p:nvSpPr>
        <p:spPr>
          <a:xfrm>
            <a:off x="4304097" y="6038708"/>
            <a:ext cx="35838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rtl="1"/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הדלקת נרות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#SHABBOS-30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1"/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MOZASHTITLE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#MOZASH</a:t>
            </a:r>
            <a:endParaRPr lang="en-US" sz="1400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729A122-ECBC-2C83-6872-09FBBAF8263E}"/>
              </a:ext>
            </a:extLst>
          </p:cNvPr>
          <p:cNvSpPr/>
          <p:nvPr/>
        </p:nvSpPr>
        <p:spPr>
          <a:xfrm>
            <a:off x="430920" y="6137640"/>
            <a:ext cx="2873880" cy="554040"/>
          </a:xfrm>
          <a:prstGeom prst="rect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#CHOLONLY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597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0000">
        <p:fade/>
      </p:transition>
    </mc:Choice>
    <mc:Fallback xmlns="">
      <p:transition spd="med" advTm="4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B1FB30-B867-C5A8-A6A5-8BF41F8B5A61}"/>
              </a:ext>
            </a:extLst>
          </p:cNvPr>
          <p:cNvSpPr/>
          <p:nvPr/>
        </p:nvSpPr>
        <p:spPr>
          <a:xfrm>
            <a:off x="3251200" y="1286396"/>
            <a:ext cx="5626100" cy="722925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 lnSpcReduction="10000"/>
          </a:bodyPr>
          <a:lstStyle/>
          <a:p>
            <a:pPr algn="ctr" defTabSz="914400" rtl="1">
              <a:lnSpc>
                <a:spcPct val="100000"/>
              </a:lnSpc>
            </a:pPr>
            <a:r>
              <a:rPr lang="he-IL" sz="44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#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PARSHA</a:t>
            </a:r>
            <a:endParaRPr lang="en-US" sz="4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6C501901-BF39-C62F-8D1E-A71E3C1A5985}"/>
              </a:ext>
            </a:extLst>
          </p:cNvPr>
          <p:cNvSpPr/>
          <p:nvPr/>
        </p:nvSpPr>
        <p:spPr>
          <a:xfrm>
            <a:off x="3412915" y="2024562"/>
            <a:ext cx="5121486" cy="4356988"/>
          </a:xfrm>
          <a:prstGeom prst="rect">
            <a:avLst/>
          </a:prstGeom>
          <a:noFill/>
          <a:ln w="0">
            <a:noFill/>
          </a:ln>
          <a:effectLst>
            <a:outerShdw blurRad="50800" dist="38100" dir="2700000" algn="tl" rotWithShape="0">
              <a:prstClr val="black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0">
            <a:normAutofit/>
          </a:bodyPr>
          <a:lstStyle/>
          <a:p>
            <a:pPr algn="r" defTabSz="914400" rtl="1">
              <a:spcAft>
                <a:spcPts val="600"/>
              </a:spcAft>
              <a:tabLst>
                <a:tab pos="1257300" algn="r"/>
              </a:tabLst>
            </a:pPr>
            <a:r>
              <a:rPr lang="he-IL" sz="3200" b="1" u="none" strike="noStrike" dirty="0">
                <a:solidFill>
                  <a:srgbClr val="FAF4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3200" b="1" u="none" strike="noStrike" dirty="0">
                <a:solidFill>
                  <a:srgbClr val="FAF4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he-IL" sz="3200" b="1" u="none" strike="noStrike" dirty="0">
                <a:solidFill>
                  <a:srgbClr val="FAF4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:&lt;</a:t>
            </a:r>
            <a:r>
              <a:rPr lang="en-US" sz="3200" b="1" dirty="0" err="1">
                <a:solidFill>
                  <a:srgbClr val="FAF4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shabbos</a:t>
            </a:r>
            <a:r>
              <a:rPr lang="he-IL" sz="3200" b="1" u="none" strike="noStrike" dirty="0">
                <a:solidFill>
                  <a:srgbClr val="FAF4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3200" b="1" u="none" strike="noStrike" dirty="0">
              <a:solidFill>
                <a:srgbClr val="FAF4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51893EF7-7CCE-E3CE-BA57-30A1AA21A090}"/>
              </a:ext>
            </a:extLst>
          </p:cNvPr>
          <p:cNvSpPr/>
          <p:nvPr/>
        </p:nvSpPr>
        <p:spPr>
          <a:xfrm>
            <a:off x="9494519" y="4411980"/>
            <a:ext cx="2148841" cy="2162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#ANCLOCK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dtHebDate_0">
            <a:extLst>
              <a:ext uri="{FF2B5EF4-FFF2-40B4-BE49-F238E27FC236}">
                <a16:creationId xmlns:a16="http://schemas.microsoft.com/office/drawing/2014/main" id="{59550F5E-D74A-6FA5-4B8F-04025C162451}"/>
              </a:ext>
            </a:extLst>
          </p:cNvPr>
          <p:cNvSpPr/>
          <p:nvPr/>
        </p:nvSpPr>
        <p:spPr>
          <a:xfrm>
            <a:off x="7976846" y="179873"/>
            <a:ext cx="4158004" cy="8393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#HEBDATE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#DAYINFO:n</a:t>
            </a:r>
          </a:p>
        </p:txBody>
      </p:sp>
      <p:sp>
        <p:nvSpPr>
          <p:cNvPr id="30" name="dtHebDate_0">
            <a:extLst>
              <a:ext uri="{FF2B5EF4-FFF2-40B4-BE49-F238E27FC236}">
                <a16:creationId xmlns:a16="http://schemas.microsoft.com/office/drawing/2014/main" id="{179FDD16-5E45-6FF0-2EBB-CED2A54286D7}"/>
              </a:ext>
            </a:extLst>
          </p:cNvPr>
          <p:cNvSpPr/>
          <p:nvPr/>
        </p:nvSpPr>
        <p:spPr>
          <a:xfrm>
            <a:off x="419048" y="179872"/>
            <a:ext cx="3414133" cy="8393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#DICLOCK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dtHebDate_0">
            <a:extLst>
              <a:ext uri="{FF2B5EF4-FFF2-40B4-BE49-F238E27FC236}">
                <a16:creationId xmlns:a16="http://schemas.microsoft.com/office/drawing/2014/main" id="{92369504-10A6-286A-00EE-EB27E26C9863}"/>
              </a:ext>
            </a:extLst>
          </p:cNvPr>
          <p:cNvSpPr/>
          <p:nvPr/>
        </p:nvSpPr>
        <p:spPr>
          <a:xfrm>
            <a:off x="4097959" y="181691"/>
            <a:ext cx="3996079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he-IL" sz="2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בית הכנסת הספרדי</a:t>
            </a:r>
          </a:p>
          <a:p>
            <a:pPr algn="ctr" defTabSz="914400">
              <a:lnSpc>
                <a:spcPct val="100000"/>
              </a:lnSpc>
            </a:pPr>
            <a:r>
              <a:rPr lang="he-IL" sz="2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מעשה ניסים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6BEA0ADC-CC12-67FC-3996-D7F61E283000}"/>
              </a:ext>
            </a:extLst>
          </p:cNvPr>
          <p:cNvSpPr/>
          <p:nvPr/>
        </p:nvSpPr>
        <p:spPr>
          <a:xfrm>
            <a:off x="9088821" y="1277624"/>
            <a:ext cx="2993638" cy="2676202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rtl="1"/>
            <a:r>
              <a:rPr lang="he-IL" sz="2800" b="1" u="none" strike="noStrike" dirty="0">
                <a:solidFill>
                  <a:schemeClr val="accent1"/>
                </a:solidFill>
                <a:uFillTx/>
                <a:latin typeface="Calibri"/>
              </a:rPr>
              <a:t>זמני היום:</a:t>
            </a:r>
            <a:b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e-IL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1"/>
            <a:r>
              <a:rPr lang="he-I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זריחה:</a:t>
            </a:r>
            <a:r>
              <a:rPr lang="he-IL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#SUNRISE</a:t>
            </a:r>
            <a:b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שקיעה:</a:t>
            </a:r>
            <a:r>
              <a:rPr lang="he-IL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#SUNSET</a:t>
            </a:r>
            <a:endParaRPr lang="he-IL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1"/>
            <a:endParaRPr lang="he-IL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1"/>
            <a:r>
              <a:rPr 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הדלקת נרות:</a:t>
            </a:r>
            <a:r>
              <a:rPr lang="he-IL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#SHABBOS-30</a:t>
            </a:r>
            <a:endParaRPr lang="he-IL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1"/>
            <a:r>
              <a:rPr 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MOZASHTITLE</a:t>
            </a:r>
            <a:r>
              <a:rPr 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e-IL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#MOZASH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D92A2ECE-DC18-0680-A816-1FEAD62D9D5A}"/>
              </a:ext>
            </a:extLst>
          </p:cNvPr>
          <p:cNvSpPr/>
          <p:nvPr/>
        </p:nvSpPr>
        <p:spPr>
          <a:xfrm>
            <a:off x="109542" y="4234847"/>
            <a:ext cx="2919415" cy="24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0">
            <a:normAutofit/>
          </a:bodyPr>
          <a:lstStyle/>
          <a:p>
            <a:pPr algn="ctr" defTabSz="914400" rtl="1">
              <a:spcAft>
                <a:spcPts val="600"/>
              </a:spcAft>
              <a:tabLst>
                <a:tab pos="1257300" algn="r"/>
              </a:tabLst>
            </a:pPr>
            <a:r>
              <a:rPr lang="he-IL" sz="2000" dirty="0">
                <a:solidFill>
                  <a:srgbClr val="FAF4E3"/>
                </a:solidFill>
                <a:latin typeface="Arial"/>
              </a:rPr>
              <a:t>קהילת מעשה ניסים </a:t>
            </a:r>
            <a:br>
              <a:rPr lang="en-US" sz="2000" dirty="0">
                <a:solidFill>
                  <a:srgbClr val="FAF4E3"/>
                </a:solidFill>
                <a:latin typeface="Arial"/>
              </a:rPr>
            </a:br>
            <a:r>
              <a:rPr lang="he-IL" sz="2000" dirty="0">
                <a:solidFill>
                  <a:srgbClr val="FAF4E3"/>
                </a:solidFill>
                <a:latin typeface="Arial"/>
              </a:rPr>
              <a:t>מברכים את כל אורחינו בברכת שבת שלום!</a:t>
            </a:r>
            <a:endParaRPr lang="en-US" sz="2000" u="none" strike="noStrike" dirty="0">
              <a:solidFill>
                <a:srgbClr val="FAF4E3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C6DCFF7-3155-7BE1-A07F-53CF75CF7E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7959" y="215528"/>
            <a:ext cx="987963" cy="767987"/>
          </a:xfrm>
          <a:prstGeom prst="rect">
            <a:avLst/>
          </a:prstGeom>
        </p:spPr>
      </p:pic>
      <p:sp>
        <p:nvSpPr>
          <p:cNvPr id="40" name="Rectangle 2">
            <a:extLst>
              <a:ext uri="{FF2B5EF4-FFF2-40B4-BE49-F238E27FC236}">
                <a16:creationId xmlns:a16="http://schemas.microsoft.com/office/drawing/2014/main" id="{94FA05E9-7FB3-2406-49C0-494AD646C44D}"/>
              </a:ext>
            </a:extLst>
          </p:cNvPr>
          <p:cNvSpPr/>
          <p:nvPr/>
        </p:nvSpPr>
        <p:spPr>
          <a:xfrm>
            <a:off x="-170886" y="1277624"/>
            <a:ext cx="3583800" cy="521766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he-IL" sz="2800" b="1" u="none" strike="noStrike" dirty="0">
                <a:solidFill>
                  <a:schemeClr val="accent1"/>
                </a:solidFill>
                <a:effectLst/>
                <a:uFillTx/>
                <a:latin typeface="Calibri"/>
              </a:rPr>
              <a:t>לימוד יומי: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EEC7C473-78D7-9138-5AF3-4325216DAEA0}"/>
              </a:ext>
            </a:extLst>
          </p:cNvPr>
          <p:cNvSpPr/>
          <p:nvPr/>
        </p:nvSpPr>
        <p:spPr>
          <a:xfrm>
            <a:off x="333728" y="1721225"/>
            <a:ext cx="2574572" cy="2368176"/>
          </a:xfrm>
          <a:prstGeom prst="rect">
            <a:avLst/>
          </a:prstGeom>
          <a:noFill/>
          <a:ln w="0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בבלי: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#DAFYOMIBV</a:t>
            </a: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ירושלמי: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#DAFYOMIYR</a:t>
            </a:r>
            <a:endParaRPr lang="he-IL" u="none" strike="noStrike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משניות: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#MISHNA</a:t>
            </a:r>
            <a:endParaRPr lang="he-IL" u="none" strike="noStrike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הלכה: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#HALACHA</a:t>
            </a:r>
            <a:endParaRPr lang="he-IL" u="none" strike="noStrike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רמב"ם: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#RAMBAM</a:t>
            </a:r>
            <a:endParaRPr lang="he-IL" u="none" strike="noStrike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rtl="1">
              <a:lnSpc>
                <a:spcPts val="2400"/>
              </a:lnSpc>
            </a:pPr>
            <a:r>
              <a:rPr lang="he-IL" b="1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תהילים:</a:t>
            </a:r>
            <a:r>
              <a:rPr lang="he-IL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none" strike="noStrike" dirty="0">
                <a:uFillTx/>
                <a:latin typeface="Arial" panose="020B0604020202020204" pitchFamily="34" charset="0"/>
                <a:cs typeface="Arial" panose="020B0604020202020204" pitchFamily="34" charset="0"/>
              </a:rPr>
              <a:t>#TEHILIM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B3926-EB42-AA94-7147-206B15E5C495}"/>
              </a:ext>
            </a:extLst>
          </p:cNvPr>
          <p:cNvSpPr/>
          <p:nvPr/>
        </p:nvSpPr>
        <p:spPr>
          <a:xfrm>
            <a:off x="430920" y="6137640"/>
            <a:ext cx="2873880" cy="554040"/>
          </a:xfrm>
          <a:prstGeom prst="rect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#</a:t>
            </a:r>
            <a:r>
              <a:rPr lang="en-US" dirty="0">
                <a:solidFill>
                  <a:schemeClr val="lt1"/>
                </a:solidFill>
                <a:latin typeface="Calibri"/>
              </a:rPr>
              <a:t>NON</a:t>
            </a: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CHOLONLY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939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0000">
        <p:fade/>
      </p:transition>
    </mc:Choice>
    <mc:Fallback>
      <p:transition spd="med" advTm="4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004E6-9267-4F4A-6E6E-18589D2709B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0140" y="1209884"/>
            <a:ext cx="10971720" cy="3976560"/>
          </a:xfrm>
        </p:spPr>
        <p:txBody>
          <a:bodyPr>
            <a:normAutofit/>
          </a:bodyPr>
          <a:lstStyle/>
          <a:p>
            <a:pPr marL="0" indent="0" algn="ctr" rtl="1">
              <a:buNone/>
            </a:pPr>
            <a:r>
              <a:rPr lang="he-IL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קהילת מעשה ניסים</a:t>
            </a:r>
          </a:p>
          <a:p>
            <a:pPr marL="0" indent="0" algn="ctr" rtl="1">
              <a:buNone/>
            </a:pPr>
            <a:r>
              <a:rPr lang="he-IL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מברכים את כל אורחינו</a:t>
            </a:r>
          </a:p>
          <a:p>
            <a:pPr marL="0" indent="0" algn="ctr" rtl="1">
              <a:buNone/>
            </a:pPr>
            <a:r>
              <a:rPr lang="he-IL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בברכת שבת שלום!</a:t>
            </a:r>
            <a:endParaRPr lang="x-none" sz="8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6C3E0-B110-3BFE-5F66-FF6869CCF8F5}"/>
              </a:ext>
            </a:extLst>
          </p:cNvPr>
          <p:cNvSpPr/>
          <p:nvPr/>
        </p:nvSpPr>
        <p:spPr>
          <a:xfrm>
            <a:off x="8920402" y="5993261"/>
            <a:ext cx="2873880" cy="554040"/>
          </a:xfrm>
          <a:prstGeom prst="rect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#</a:t>
            </a:r>
            <a:r>
              <a:rPr lang="en-US" dirty="0">
                <a:solidFill>
                  <a:schemeClr val="lt1"/>
                </a:solidFill>
                <a:latin typeface="Calibri"/>
              </a:rPr>
              <a:t>NON</a:t>
            </a: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CHOLONLY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B4734-C05C-47D1-C2C9-3CD9B31B0CEE}"/>
              </a:ext>
            </a:extLst>
          </p:cNvPr>
          <p:cNvSpPr txBox="1"/>
          <p:nvPr/>
        </p:nvSpPr>
        <p:spPr>
          <a:xfrm>
            <a:off x="610140" y="5852160"/>
            <a:ext cx="2441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#DICLOCK</a:t>
            </a:r>
            <a:endParaRPr lang="x-none" sz="400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815572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000">
        <p:fade/>
      </p:transition>
    </mc:Choice>
    <mc:Fallback>
      <p:transition spd="med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16392</TotalTime>
  <Words>256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Gabbay, Netanel</dc:creator>
  <dc:description/>
  <cp:lastModifiedBy>Gabbay, Netanel</cp:lastModifiedBy>
  <cp:revision>657</cp:revision>
  <dcterms:created xsi:type="dcterms:W3CDTF">2023-04-17T07:02:05Z</dcterms:created>
  <dcterms:modified xsi:type="dcterms:W3CDTF">2026-10-08T19:01:12Z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