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7772400" cy="100584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80400" cy="435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6172200" y="1825560"/>
            <a:ext cx="5180400" cy="435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299AE77-7776-4BD1-AB5A-EEC0F4189CFB}" type="slidenum"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6640" cy="822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6640" cy="3683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11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2200" cy="822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2200" cy="3683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13" name="PlaceHolder 6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7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15" name="PlaceHolder 8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5B16A08-1D49-4D05-8222-C635F143A348}" type="slidenum"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</a:p>
        </p:txBody>
      </p:sp>
      <p:sp>
        <p:nvSpPr>
          <p:cNvPr id="17" name="PlaceHolder 2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19" name="PlaceHolder 4"/>
          <p:cNvSpPr>
            <a:spLocks noGrp="1"/>
          </p:cNvSpPr>
          <p:nvPr>
            <p:ph type="sldNum" idx="9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9903630-ED88-4EE1-8544-B15362092D5A}" type="slidenum"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dt" idx="10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22" name="PlaceHolder 3"/>
          <p:cNvSpPr>
            <a:spLocks noGrp="1"/>
          </p:cNvSpPr>
          <p:nvPr>
            <p:ph type="sldNum" idx="12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458EDF7-AE9E-4A28-94A9-890CC40594A2}" type="slidenum"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IL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IL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the title text format</a:t>
            </a:r>
          </a:p>
        </p:txBody>
      </p:sp>
      <p:sp>
        <p:nvSpPr>
          <p:cNvPr id="2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72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IL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IL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L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IL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L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L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L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IL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</a:p>
          <a:p>
            <a:pPr marL="864000" lvl="1" indent="-324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IL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</a:p>
          <a:p>
            <a:pPr marL="1296000" lvl="2" indent="-288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L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</a:p>
          <a:p>
            <a:pPr marL="1728000" lvl="3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IL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</a:p>
          <a:p>
            <a:pPr marL="2160000" lvl="4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L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L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L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ntent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200" cy="1599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</a:p>
        </p:txBody>
      </p:sp>
      <p:sp>
        <p:nvSpPr>
          <p:cNvPr id="26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120" cy="4872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27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200" cy="3810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28" name="PlaceHolder 4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5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30" name="PlaceHolder 6"/>
          <p:cNvSpPr>
            <a:spLocks noGrp="1"/>
          </p:cNvSpPr>
          <p:nvPr>
            <p:ph type="sldNum" idx="15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BA1531D-7388-46B1-B8B8-68A23A8BC79A}" type="slidenum"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icture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200" cy="1599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</a:p>
        </p:txBody>
      </p:sp>
      <p:sp>
        <p:nvSpPr>
          <p:cNvPr id="32" name="PlaceHolder 2"/>
          <p:cNvSpPr>
            <a:spLocks noGrp="1"/>
          </p:cNvSpPr>
          <p:nvPr>
            <p:ph type="pic"/>
          </p:nvPr>
        </p:nvSpPr>
        <p:spPr>
          <a:xfrm>
            <a:off x="5183280" y="987480"/>
            <a:ext cx="6171120" cy="48726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Double-click to add an Image</a:t>
            </a: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200" cy="3810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34" name="PlaceHolder 4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36" name="PlaceHolder 6"/>
          <p:cNvSpPr>
            <a:spLocks noGrp="1"/>
          </p:cNvSpPr>
          <p:nvPr>
            <p:ph type="sldNum" idx="18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6922409-5C0F-4E6F-BB09-DE198C25E6BD}" type="slidenum"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2920" cy="2386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ctr" defTabSz="914400">
              <a:lnSpc>
                <a:spcPct val="90000"/>
              </a:lnSpc>
              <a:buNone/>
              <a:tabLst>
                <a:tab pos="0" algn="l"/>
              </a:tabLst>
              <a:defRPr lang="en-US" sz="60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</a:p>
        </p:txBody>
      </p:sp>
      <p:sp>
        <p:nvSpPr>
          <p:cNvPr id="38" name="PlaceHolder 2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40" name="PlaceHolder 4"/>
          <p:cNvSpPr>
            <a:spLocks noGrp="1"/>
          </p:cNvSpPr>
          <p:nvPr>
            <p:ph type="sldNum" idx="21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A8C7008-9342-4EA7-B80A-31098A996368}" type="slidenum"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72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IL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IL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L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IL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L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L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L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IL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</a:p>
          <a:p>
            <a:pPr marL="864000" lvl="1" indent="-324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IL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</a:p>
          <a:p>
            <a:pPr marL="1296000" lvl="2" indent="-288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L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</a:p>
          <a:p>
            <a:pPr marL="1728000" lvl="3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IL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</a:p>
          <a:p>
            <a:pPr marL="2160000" lvl="4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L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L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L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</a:p>
        </p:txBody>
      </p:sp>
      <p:sp>
        <p:nvSpPr>
          <p:cNvPr id="43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44" name="PlaceHolder 3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4"/>
          <p:cNvSpPr>
            <a:spLocks noGrp="1"/>
          </p:cNvSpPr>
          <p:nvPr>
            <p:ph type="ftr" idx="23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46" name="PlaceHolder 5"/>
          <p:cNvSpPr>
            <a:spLocks noGrp="1"/>
          </p:cNvSpPr>
          <p:nvPr>
            <p:ph type="sldNum" idx="24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0C1B76E-2C69-4E12-8968-8BD01CE3FB9D}" type="slidenum"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8724960" y="365040"/>
            <a:ext cx="2628000" cy="581076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</a:p>
        </p:txBody>
      </p:sp>
      <p:sp>
        <p:nvSpPr>
          <p:cNvPr id="48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3160" cy="581076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49" name="PlaceHolder 3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4"/>
          <p:cNvSpPr>
            <a:spLocks noGrp="1"/>
          </p:cNvSpPr>
          <p:nvPr>
            <p:ph type="ftr" idx="26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51" name="PlaceHolder 5"/>
          <p:cNvSpPr>
            <a:spLocks noGrp="1"/>
          </p:cNvSpPr>
          <p:nvPr>
            <p:ph type="sldNum" idx="27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DD535B1-ACF6-4587-9162-5B5394E6C0A2}" type="slidenum"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</a:p>
        </p:txBody>
      </p:sp>
      <p:sp>
        <p:nvSpPr>
          <p:cNvPr id="53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54" name="PlaceHolder 3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4"/>
          <p:cNvSpPr>
            <a:spLocks noGrp="1"/>
          </p:cNvSpPr>
          <p:nvPr>
            <p:ph type="ftr" idx="29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56" name="PlaceHolder 5"/>
          <p:cNvSpPr>
            <a:spLocks noGrp="1"/>
          </p:cNvSpPr>
          <p:nvPr>
            <p:ph type="sldNum" idx="30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CFC6495-8D79-4CFF-B5E9-679EA4901923}" type="slidenum"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 Head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4520" cy="2851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60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</a:p>
        </p:txBody>
      </p:sp>
      <p:sp>
        <p:nvSpPr>
          <p:cNvPr id="58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4520" cy="1499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59" name="PlaceHolder 3"/>
          <p:cNvSpPr>
            <a:spLocks noGrp="1"/>
          </p:cNvSpPr>
          <p:nvPr>
            <p:ph type="dt" idx="31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4"/>
          <p:cNvSpPr>
            <a:spLocks noGrp="1"/>
          </p:cNvSpPr>
          <p:nvPr>
            <p:ph type="ftr" idx="32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61" name="PlaceHolder 5"/>
          <p:cNvSpPr>
            <a:spLocks noGrp="1"/>
          </p:cNvSpPr>
          <p:nvPr>
            <p:ph type="sldNum" idx="33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A7D9BC1-D170-4732-A7B4-8079B5F63717}" type="slidenum"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2"/>
          <a:tile tx="0" ty="0" sx="100000" sy="100000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" name="Picture 2" descr="Cartoon Clock Png"/>
          <p:cNvPicPr/>
          <p:nvPr/>
        </p:nvPicPr>
        <p:blipFill>
          <a:blip r:embed="rId3"/>
          <a:stretch/>
        </p:blipFill>
        <p:spPr>
          <a:xfrm>
            <a:off x="8460000" y="3106800"/>
            <a:ext cx="3542400" cy="3542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3" name="Rectangle 44"/>
          <p:cNvSpPr/>
          <p:nvPr/>
        </p:nvSpPr>
        <p:spPr>
          <a:xfrm>
            <a:off x="325440" y="331200"/>
            <a:ext cx="3049560" cy="3376080"/>
          </a:xfrm>
          <a:prstGeom prst="rect">
            <a:avLst/>
          </a:prstGeom>
          <a:solidFill>
            <a:schemeClr val="bg1"/>
          </a:solidFill>
          <a:ln w="952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IL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4" name="Rectangle 5"/>
          <p:cNvSpPr/>
          <p:nvPr/>
        </p:nvSpPr>
        <p:spPr>
          <a:xfrm>
            <a:off x="8458200" y="3106800"/>
            <a:ext cx="3542400" cy="3542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rgbClr val="FF0000"/>
                </a:solidFill>
                <a:effectLst/>
                <a:uFillTx/>
                <a:latin typeface="Calibri"/>
              </a:rPr>
              <a:t>#ANCLOCK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dtFullZmanim_0"/>
          <p:cNvSpPr/>
          <p:nvPr/>
        </p:nvSpPr>
        <p:spPr>
          <a:xfrm>
            <a:off x="1134360" y="880560"/>
            <a:ext cx="1433880" cy="33732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algn="ctr" defTabSz="914400" rtl="1">
              <a:lnSpc>
                <a:spcPct val="100000"/>
              </a:lnSpc>
            </a:pPr>
            <a:r>
              <a:rPr lang="en-US" sz="16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#FULLZMANIM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Rectangle 10"/>
          <p:cNvSpPr/>
          <p:nvPr/>
        </p:nvSpPr>
        <p:spPr>
          <a:xfrm>
            <a:off x="8644680" y="293760"/>
            <a:ext cx="3181680" cy="2482200"/>
          </a:xfrm>
          <a:prstGeom prst="rect">
            <a:avLst/>
          </a:prstGeom>
          <a:solidFill>
            <a:schemeClr val="bg1"/>
          </a:solidFill>
          <a:ln w="952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IL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7" name="dtHebDate_0"/>
          <p:cNvSpPr/>
          <p:nvPr/>
        </p:nvSpPr>
        <p:spPr>
          <a:xfrm>
            <a:off x="9489240" y="331200"/>
            <a:ext cx="1506960" cy="46044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b="1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#HEBDATE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dtDayZmanim_0"/>
          <p:cNvSpPr/>
          <p:nvPr/>
        </p:nvSpPr>
        <p:spPr>
          <a:xfrm>
            <a:off x="9468000" y="899640"/>
            <a:ext cx="1546560" cy="36828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algn="ctr" defTabSz="914400" rtl="1">
              <a:lnSpc>
                <a:spcPct val="100000"/>
              </a:lnSpc>
            </a:pP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#DAYZMANIM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dtDafYomi_0"/>
          <p:cNvSpPr/>
          <p:nvPr/>
        </p:nvSpPr>
        <p:spPr>
          <a:xfrm>
            <a:off x="9588600" y="1980000"/>
            <a:ext cx="1189080" cy="36828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#DAFYOMI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Rectangle 12"/>
          <p:cNvSpPr/>
          <p:nvPr/>
        </p:nvSpPr>
        <p:spPr>
          <a:xfrm>
            <a:off x="3727080" y="112680"/>
            <a:ext cx="4565520" cy="6550200"/>
          </a:xfrm>
          <a:prstGeom prst="rect">
            <a:avLst/>
          </a:prstGeom>
          <a:solidFill>
            <a:schemeClr val="bg1"/>
          </a:solidFill>
          <a:ln w="952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IL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71" name="Picture 14"/>
          <p:cNvPicPr/>
          <p:nvPr/>
        </p:nvPicPr>
        <p:blipFill>
          <a:blip r:embed="rId4"/>
          <a:stretch/>
        </p:blipFill>
        <p:spPr>
          <a:xfrm>
            <a:off x="3848400" y="221760"/>
            <a:ext cx="1003680" cy="690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2" name="Rectangle 16"/>
          <p:cNvSpPr/>
          <p:nvPr/>
        </p:nvSpPr>
        <p:spPr>
          <a:xfrm>
            <a:off x="3802320" y="1383480"/>
            <a:ext cx="4424040" cy="5191920"/>
          </a:xfrm>
          <a:prstGeom prst="rect">
            <a:avLst/>
          </a:prstGeom>
          <a:solidFill>
            <a:srgbClr val="60627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IL" sz="20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3" name="Rectangle 19"/>
          <p:cNvSpPr/>
          <p:nvPr/>
        </p:nvSpPr>
        <p:spPr>
          <a:xfrm>
            <a:off x="6094800" y="1772280"/>
            <a:ext cx="2084400" cy="460440"/>
          </a:xfrm>
          <a:prstGeom prst="rect">
            <a:avLst/>
          </a:prstGeom>
          <a:solidFill>
            <a:srgbClr val="60627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914400">
              <a:lnSpc>
                <a:spcPct val="100000"/>
              </a:lnSpc>
            </a:pPr>
            <a:r>
              <a:rPr lang="he-IL" sz="2400" b="1" u="none" strike="noStrike">
                <a:solidFill>
                  <a:schemeClr val="lt1"/>
                </a:solidFill>
                <a:effectLst/>
                <a:uFillTx/>
                <a:latin typeface="Microsoft JhengHei UI Light"/>
              </a:rPr>
              <a:t>הדלקת נרות</a:t>
            </a: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Microsoft JhengHei UI Light"/>
                <a:ea typeface="Microsoft JhengHei UI Light"/>
              </a:rPr>
              <a:t>: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" name="Rectangle 21"/>
          <p:cNvSpPr/>
          <p:nvPr/>
        </p:nvSpPr>
        <p:spPr>
          <a:xfrm>
            <a:off x="6094800" y="2272320"/>
            <a:ext cx="2084400" cy="460440"/>
          </a:xfrm>
          <a:prstGeom prst="rect">
            <a:avLst/>
          </a:prstGeom>
          <a:solidFill>
            <a:srgbClr val="60627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914400">
              <a:lnSpc>
                <a:spcPct val="100000"/>
              </a:lnSpc>
            </a:pPr>
            <a:r>
              <a:rPr lang="he-IL" sz="2400" b="1" u="none" strike="noStrike">
                <a:solidFill>
                  <a:schemeClr val="lt1"/>
                </a:solidFill>
                <a:effectLst/>
                <a:uFillTx/>
                <a:latin typeface="Microsoft JhengHei UI Light"/>
              </a:rPr>
              <a:t>שיר השירים</a:t>
            </a: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Microsoft JhengHei UI Light"/>
                <a:ea typeface="Microsoft JhengHei UI Light"/>
              </a:rPr>
              <a:t>: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" name="Rectangle 22"/>
          <p:cNvSpPr/>
          <p:nvPr/>
        </p:nvSpPr>
        <p:spPr>
          <a:xfrm>
            <a:off x="6094800" y="2775600"/>
            <a:ext cx="2084400" cy="460440"/>
          </a:xfrm>
          <a:prstGeom prst="rect">
            <a:avLst/>
          </a:prstGeom>
          <a:solidFill>
            <a:srgbClr val="60627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914400">
              <a:lnSpc>
                <a:spcPct val="100000"/>
              </a:lnSpc>
            </a:pPr>
            <a:r>
              <a:rPr lang="he-IL" sz="2400" b="1" u="none" strike="noStrike">
                <a:solidFill>
                  <a:schemeClr val="lt1"/>
                </a:solidFill>
                <a:effectLst/>
                <a:uFillTx/>
                <a:latin typeface="Microsoft JhengHei UI Light"/>
              </a:rPr>
              <a:t>מנחה</a:t>
            </a: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Microsoft JhengHei UI Light"/>
                <a:ea typeface="Microsoft JhengHei UI Light"/>
              </a:rPr>
              <a:t>: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" name="Rectangle 23"/>
          <p:cNvSpPr/>
          <p:nvPr/>
        </p:nvSpPr>
        <p:spPr>
          <a:xfrm>
            <a:off x="6094800" y="3276360"/>
            <a:ext cx="2084400" cy="460440"/>
          </a:xfrm>
          <a:prstGeom prst="rect">
            <a:avLst/>
          </a:prstGeom>
          <a:solidFill>
            <a:srgbClr val="60627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914400">
              <a:lnSpc>
                <a:spcPct val="100000"/>
              </a:lnSpc>
            </a:pPr>
            <a:r>
              <a:rPr lang="he-IL" sz="2400" b="1" u="none" strike="noStrike">
                <a:solidFill>
                  <a:schemeClr val="lt1"/>
                </a:solidFill>
                <a:effectLst/>
                <a:uFillTx/>
                <a:latin typeface="Microsoft JhengHei UI Light"/>
              </a:rPr>
              <a:t>שחרית</a:t>
            </a: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Microsoft JhengHei UI Light"/>
                <a:ea typeface="Microsoft JhengHei UI Light"/>
              </a:rPr>
              <a:t>: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" name="Rectangle 25"/>
          <p:cNvSpPr/>
          <p:nvPr/>
        </p:nvSpPr>
        <p:spPr>
          <a:xfrm>
            <a:off x="4986000" y="3778920"/>
            <a:ext cx="3192120" cy="460440"/>
          </a:xfrm>
          <a:prstGeom prst="rect">
            <a:avLst/>
          </a:prstGeom>
          <a:solidFill>
            <a:srgbClr val="60627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914400">
              <a:lnSpc>
                <a:spcPct val="100000"/>
              </a:lnSpc>
            </a:pPr>
            <a:r>
              <a:rPr lang="he-IL" sz="2400" b="1" u="none" strike="noStrike">
                <a:solidFill>
                  <a:schemeClr val="lt1"/>
                </a:solidFill>
                <a:effectLst/>
                <a:uFillTx/>
                <a:latin typeface="Microsoft JhengHei UI Light"/>
              </a:rPr>
              <a:t>תפילת ילדים אחרי מוסף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" name="Rectangle 26"/>
          <p:cNvSpPr/>
          <p:nvPr/>
        </p:nvSpPr>
        <p:spPr>
          <a:xfrm>
            <a:off x="6094800" y="4278960"/>
            <a:ext cx="2084400" cy="460440"/>
          </a:xfrm>
          <a:prstGeom prst="rect">
            <a:avLst/>
          </a:prstGeom>
          <a:solidFill>
            <a:srgbClr val="60627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914400">
              <a:lnSpc>
                <a:spcPct val="100000"/>
              </a:lnSpc>
            </a:pPr>
            <a:r>
              <a:rPr lang="he-IL" sz="2400" b="1" u="none" strike="noStrike">
                <a:solidFill>
                  <a:schemeClr val="lt1"/>
                </a:solidFill>
                <a:effectLst/>
                <a:uFillTx/>
                <a:latin typeface="Microsoft JhengHei UI Light"/>
              </a:rPr>
              <a:t>תהילים</a:t>
            </a: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Microsoft JhengHei UI Light"/>
                <a:ea typeface="Microsoft JhengHei UI Light"/>
              </a:rPr>
              <a:t>: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" name="Rectangle 27"/>
          <p:cNvSpPr/>
          <p:nvPr/>
        </p:nvSpPr>
        <p:spPr>
          <a:xfrm>
            <a:off x="6094800" y="4782240"/>
            <a:ext cx="2084400" cy="460440"/>
          </a:xfrm>
          <a:prstGeom prst="rect">
            <a:avLst/>
          </a:prstGeom>
          <a:solidFill>
            <a:srgbClr val="60627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914400">
              <a:lnSpc>
                <a:spcPct val="100000"/>
              </a:lnSpc>
            </a:pPr>
            <a:r>
              <a:rPr lang="he-IL" sz="2400" b="1" u="none" strike="noStrike">
                <a:solidFill>
                  <a:schemeClr val="lt1"/>
                </a:solidFill>
                <a:effectLst/>
                <a:uFillTx/>
                <a:latin typeface="Microsoft JhengHei UI Light"/>
              </a:rPr>
              <a:t>שיעור</a:t>
            </a: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Microsoft JhengHei UI Light"/>
                <a:ea typeface="Microsoft JhengHei UI Light"/>
              </a:rPr>
              <a:t>: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" name="Rectangle 28"/>
          <p:cNvSpPr/>
          <p:nvPr/>
        </p:nvSpPr>
        <p:spPr>
          <a:xfrm>
            <a:off x="6094800" y="5283000"/>
            <a:ext cx="2084400" cy="460440"/>
          </a:xfrm>
          <a:prstGeom prst="rect">
            <a:avLst/>
          </a:prstGeom>
          <a:solidFill>
            <a:srgbClr val="60627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914400">
              <a:lnSpc>
                <a:spcPct val="100000"/>
              </a:lnSpc>
            </a:pPr>
            <a:r>
              <a:rPr lang="he-IL" sz="2400" b="1" u="none" strike="noStrike">
                <a:solidFill>
                  <a:schemeClr val="lt1"/>
                </a:solidFill>
                <a:effectLst/>
                <a:uFillTx/>
                <a:latin typeface="Microsoft JhengHei UI Light"/>
              </a:rPr>
              <a:t>מנחה</a:t>
            </a: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Microsoft JhengHei UI Light"/>
                <a:ea typeface="Microsoft JhengHei UI Light"/>
              </a:rPr>
              <a:t>: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Rectangle 29"/>
          <p:cNvSpPr/>
          <p:nvPr/>
        </p:nvSpPr>
        <p:spPr>
          <a:xfrm>
            <a:off x="5608800" y="5785560"/>
            <a:ext cx="2590920" cy="460440"/>
          </a:xfrm>
          <a:prstGeom prst="rect">
            <a:avLst/>
          </a:prstGeom>
          <a:solidFill>
            <a:srgbClr val="60627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914400">
              <a:lnSpc>
                <a:spcPct val="100000"/>
              </a:lnSpc>
            </a:pPr>
            <a:r>
              <a:rPr lang="he-IL" sz="2400" b="1" u="none" strike="noStrike">
                <a:solidFill>
                  <a:schemeClr val="lt1"/>
                </a:solidFill>
                <a:effectLst/>
                <a:uFillTx/>
                <a:latin typeface="Microsoft JhengHei UI Light"/>
              </a:rPr>
              <a:t>ערבית וצאת שבת</a:t>
            </a: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Microsoft JhengHei UI Light"/>
                <a:ea typeface="Microsoft JhengHei UI Light"/>
              </a:rPr>
              <a:t>: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" name="Rectangle 30"/>
          <p:cNvSpPr/>
          <p:nvPr/>
        </p:nvSpPr>
        <p:spPr>
          <a:xfrm>
            <a:off x="3853440" y="3778920"/>
            <a:ext cx="1131120" cy="460440"/>
          </a:xfrm>
          <a:prstGeom prst="rect">
            <a:avLst/>
          </a:prstGeom>
          <a:solidFill>
            <a:srgbClr val="60627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endParaRPr lang="en-US" sz="2400" b="0" u="none" strike="noStrike">
              <a:solidFill>
                <a:schemeClr val="lt1"/>
              </a:solidFill>
              <a:effectLst/>
              <a:uFillTx/>
              <a:latin typeface="Microsoft JhengHei UI Light"/>
            </a:endParaRPr>
          </a:p>
        </p:txBody>
      </p:sp>
      <p:sp>
        <p:nvSpPr>
          <p:cNvPr id="83" name="Rectangle 31"/>
          <p:cNvSpPr/>
          <p:nvPr/>
        </p:nvSpPr>
        <p:spPr>
          <a:xfrm>
            <a:off x="3853440" y="3276360"/>
            <a:ext cx="1490760" cy="460440"/>
          </a:xfrm>
          <a:prstGeom prst="rect">
            <a:avLst/>
          </a:prstGeom>
          <a:solidFill>
            <a:srgbClr val="60627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 rtl="1">
              <a:lnSpc>
                <a:spcPct val="100000"/>
              </a:lnSpc>
            </a:pP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Microsoft JhengHei UI Light"/>
                <a:ea typeface="Microsoft JhengHei UI Light"/>
              </a:rPr>
              <a:t>08:15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" name="Rectangle 32"/>
          <p:cNvSpPr/>
          <p:nvPr/>
        </p:nvSpPr>
        <p:spPr>
          <a:xfrm>
            <a:off x="3853440" y="4782600"/>
            <a:ext cx="1490760" cy="460440"/>
          </a:xfrm>
          <a:prstGeom prst="rect">
            <a:avLst/>
          </a:prstGeom>
          <a:solidFill>
            <a:srgbClr val="60627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 rtl="1">
              <a:lnSpc>
                <a:spcPct val="100000"/>
              </a:lnSpc>
            </a:pP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Microsoft JhengHei UI Light"/>
                <a:ea typeface="Microsoft JhengHei UI Light"/>
              </a:rPr>
              <a:t>17:30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" name="Rectangle 33"/>
          <p:cNvSpPr/>
          <p:nvPr/>
        </p:nvSpPr>
        <p:spPr>
          <a:xfrm>
            <a:off x="3853440" y="4280400"/>
            <a:ext cx="1490760" cy="460440"/>
          </a:xfrm>
          <a:prstGeom prst="rect">
            <a:avLst/>
          </a:prstGeom>
          <a:solidFill>
            <a:srgbClr val="60627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 rtl="1">
              <a:lnSpc>
                <a:spcPct val="100000"/>
              </a:lnSpc>
            </a:pP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Microsoft JhengHei UI Light"/>
                <a:ea typeface="Microsoft JhengHei UI Light"/>
              </a:rPr>
              <a:t>17:00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" name="dtMinha_1"/>
          <p:cNvSpPr/>
          <p:nvPr/>
        </p:nvSpPr>
        <p:spPr>
          <a:xfrm>
            <a:off x="3853800" y="2774880"/>
            <a:ext cx="1998000" cy="460440"/>
          </a:xfrm>
          <a:prstGeom prst="rect">
            <a:avLst/>
          </a:prstGeom>
          <a:solidFill>
            <a:srgbClr val="60627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 rtl="1">
              <a:lnSpc>
                <a:spcPct val="100000"/>
              </a:lnSpc>
            </a:pP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Microsoft JhengHei UI Light"/>
                <a:ea typeface="Microsoft JhengHei UI Light"/>
              </a:rPr>
              <a:t>#MINHA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" name="dtShir_1"/>
          <p:cNvSpPr/>
          <p:nvPr/>
        </p:nvSpPr>
        <p:spPr>
          <a:xfrm>
            <a:off x="3853800" y="2272320"/>
            <a:ext cx="1490760" cy="460440"/>
          </a:xfrm>
          <a:prstGeom prst="rect">
            <a:avLst/>
          </a:prstGeom>
          <a:solidFill>
            <a:srgbClr val="60627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 rtl="1">
              <a:lnSpc>
                <a:spcPct val="100000"/>
              </a:lnSpc>
            </a:pP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Microsoft JhengHei UI Light"/>
                <a:ea typeface="Microsoft JhengHei UI Light"/>
              </a:rPr>
              <a:t>#SHIR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" name="dtNerot_1"/>
          <p:cNvSpPr/>
          <p:nvPr/>
        </p:nvSpPr>
        <p:spPr>
          <a:xfrm>
            <a:off x="3853440" y="1771560"/>
            <a:ext cx="1490760" cy="829800"/>
          </a:xfrm>
          <a:prstGeom prst="rect">
            <a:avLst/>
          </a:prstGeom>
          <a:solidFill>
            <a:srgbClr val="60627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914400">
              <a:lnSpc>
                <a:spcPct val="100000"/>
              </a:lnSpc>
            </a:pP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Microsoft JhengHei UI Light"/>
                <a:ea typeface="Microsoft JhengHei UI Light"/>
              </a:rPr>
              <a:t>#SUNSET-01:30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" name="Rectangle 37"/>
          <p:cNvSpPr/>
          <p:nvPr/>
        </p:nvSpPr>
        <p:spPr>
          <a:xfrm>
            <a:off x="3853440" y="5286240"/>
            <a:ext cx="1490760" cy="460440"/>
          </a:xfrm>
          <a:prstGeom prst="rect">
            <a:avLst/>
          </a:prstGeom>
          <a:solidFill>
            <a:srgbClr val="60627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 rtl="1">
              <a:lnSpc>
                <a:spcPct val="100000"/>
              </a:lnSpc>
            </a:pP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Microsoft JhengHei UI Light"/>
                <a:ea typeface="Microsoft JhengHei UI Light"/>
              </a:rPr>
              <a:t>18:15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" name="dtMozash_1"/>
          <p:cNvSpPr/>
          <p:nvPr/>
        </p:nvSpPr>
        <p:spPr>
          <a:xfrm>
            <a:off x="3853440" y="5786640"/>
            <a:ext cx="1850040" cy="460440"/>
          </a:xfrm>
          <a:prstGeom prst="rect">
            <a:avLst/>
          </a:prstGeom>
          <a:solidFill>
            <a:srgbClr val="60627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 rtl="1">
              <a:lnSpc>
                <a:spcPct val="100000"/>
              </a:lnSpc>
            </a:pPr>
            <a:r>
              <a:rPr lang="en-US" sz="2400" b="1" u="none" strike="noStrike" dirty="0">
                <a:solidFill>
                  <a:schemeClr val="lt1"/>
                </a:solidFill>
                <a:effectLst/>
                <a:uFillTx/>
                <a:latin typeface="Microsoft JhengHei UI Light"/>
                <a:ea typeface="Microsoft JhengHei UI Light"/>
              </a:rPr>
              <a:t>#MOZASH</a:t>
            </a:r>
            <a:endParaRPr lang="en-US" sz="24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" name="Rectangle 48"/>
          <p:cNvSpPr/>
          <p:nvPr/>
        </p:nvSpPr>
        <p:spPr>
          <a:xfrm>
            <a:off x="430920" y="377280"/>
            <a:ext cx="2873880" cy="46044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he-IL" sz="2400" b="1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זמני היום</a:t>
            </a:r>
            <a:r>
              <a:rPr lang="en-US" sz="2400" b="1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: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dtParsha_1"/>
          <p:cNvSpPr/>
          <p:nvPr/>
        </p:nvSpPr>
        <p:spPr>
          <a:xfrm>
            <a:off x="3802320" y="917640"/>
            <a:ext cx="4424040" cy="46044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 rtl="1">
              <a:lnSpc>
                <a:spcPct val="100000"/>
              </a:lnSpc>
            </a:pPr>
            <a:r>
              <a:rPr lang="en-US" sz="2400" b="1" u="none" strike="noStrike">
                <a:solidFill>
                  <a:srgbClr val="606279"/>
                </a:solidFill>
                <a:effectLst/>
                <a:uFillTx/>
                <a:latin typeface="Microsoft JhengHei UI Light"/>
                <a:ea typeface="Microsoft JhengHei UI Light"/>
              </a:rPr>
              <a:t>#PARSHA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Rectangle 2"/>
          <p:cNvSpPr/>
          <p:nvPr/>
        </p:nvSpPr>
        <p:spPr>
          <a:xfrm>
            <a:off x="530280" y="2971800"/>
            <a:ext cx="3583800" cy="943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 rtl="1">
              <a:lnSpc>
                <a:spcPct val="100000"/>
              </a:lnSpc>
            </a:pPr>
            <a:r>
              <a:rPr lang="he-IL" sz="2800" b="1" u="none" strike="noStrike" dirty="0">
                <a:solidFill>
                  <a:schemeClr val="accent1"/>
                </a:solidFill>
                <a:effectLst/>
                <a:uFillTx/>
                <a:latin typeface="Calibri"/>
              </a:rPr>
              <a:t>זמני חול:</a:t>
            </a: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en-US" sz="2800" b="1" u="none" strike="noStrike" dirty="0">
                <a:solidFill>
                  <a:schemeClr val="accent1"/>
                </a:solidFill>
                <a:effectLst/>
                <a:uFillTx/>
                <a:latin typeface="Calibri"/>
              </a:rPr>
              <a:t>#CMD:&lt;shabbos&gt;</a:t>
            </a: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Rectangle 3"/>
          <p:cNvSpPr/>
          <p:nvPr/>
        </p:nvSpPr>
        <p:spPr>
          <a:xfrm>
            <a:off x="430920" y="6137640"/>
            <a:ext cx="2873880" cy="554040"/>
          </a:xfrm>
          <a:prstGeom prst="rect">
            <a:avLst/>
          </a:prstGeom>
          <a:solidFill>
            <a:srgbClr val="000000"/>
          </a:solidFill>
          <a:ln>
            <a:solidFill>
              <a:srgbClr val="FFFFFF"/>
            </a:solidFill>
          </a:ln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800" b="0" u="none" strike="noStrike" dirty="0">
                <a:solidFill>
                  <a:schemeClr val="lt1"/>
                </a:solidFill>
                <a:effectLst/>
                <a:uFillTx/>
                <a:latin typeface="Calibri"/>
              </a:rPr>
              <a:t>#</a:t>
            </a:r>
            <a:r>
              <a:rPr lang="en-US" dirty="0">
                <a:solidFill>
                  <a:schemeClr val="lt1"/>
                </a:solidFill>
              </a:rPr>
              <a:t> #HIDDEN _</a:t>
            </a:r>
            <a:r>
              <a:rPr lang="en-US" sz="1800" b="0" u="none" strike="noStrike" dirty="0">
                <a:solidFill>
                  <a:schemeClr val="lt1"/>
                </a:solidFill>
                <a:effectLst/>
                <a:uFillTx/>
                <a:latin typeface="Calibri"/>
              </a:rPr>
              <a:t>CHOLONLY</a:t>
            </a:r>
            <a:endParaRPr lang="en-US" sz="18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p:transition advTm="100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2"/>
          <a:tile tx="0" ty="0" sx="100000" sy="100000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Rectangle 7"/>
          <p:cNvSpPr/>
          <p:nvPr/>
        </p:nvSpPr>
        <p:spPr>
          <a:xfrm>
            <a:off x="1125360" y="1852560"/>
            <a:ext cx="9803160" cy="3138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he-IL" sz="6600" b="1" u="none" strike="noStrike" dirty="0">
                <a:ln>
                  <a:solidFill>
                    <a:schemeClr val="accent2"/>
                  </a:solidFill>
                </a:ln>
                <a:solidFill>
                  <a:srgbClr val="FFFFFF"/>
                </a:solidFill>
                <a:effectLst/>
                <a:uFillTx/>
                <a:latin typeface="Calibri"/>
              </a:rPr>
              <a:t>שכונת נוה שיר מקדמת את כל האורחים הבאים בשעריה בברכת שבת שלום</a:t>
            </a:r>
            <a:endParaRPr lang="en-US" sz="66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" name="Rectangle 2"/>
          <p:cNvSpPr/>
          <p:nvPr/>
        </p:nvSpPr>
        <p:spPr>
          <a:xfrm>
            <a:off x="430920" y="6137640"/>
            <a:ext cx="2873880" cy="554040"/>
          </a:xfrm>
          <a:prstGeom prst="rect">
            <a:avLst/>
          </a:prstGeom>
          <a:solidFill>
            <a:srgbClr val="000000"/>
          </a:solidFill>
          <a:ln>
            <a:solidFill>
              <a:srgbClr val="FFFFFF"/>
            </a:solidFill>
          </a:ln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800" b="0" u="none" strike="noStrike" dirty="0">
                <a:solidFill>
                  <a:schemeClr val="lt1"/>
                </a:solidFill>
                <a:effectLst/>
                <a:uFillTx/>
                <a:latin typeface="Calibri"/>
              </a:rPr>
              <a:t>#HIDDEN _NONCHOLONLY</a:t>
            </a:r>
            <a:endParaRPr lang="en-US" sz="18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p:transition advTm="50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2"/>
          <a:tile tx="0" ty="0" sx="100000" sy="100000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7" name="Picture 2" descr="Cartoon Clock Png"/>
          <p:cNvPicPr/>
          <p:nvPr/>
        </p:nvPicPr>
        <p:blipFill>
          <a:blip r:embed="rId3"/>
          <a:stretch/>
        </p:blipFill>
        <p:spPr>
          <a:xfrm>
            <a:off x="4611600" y="1603080"/>
            <a:ext cx="2999520" cy="2999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8" name="Rectangle 1"/>
          <p:cNvSpPr/>
          <p:nvPr/>
        </p:nvSpPr>
        <p:spPr>
          <a:xfrm>
            <a:off x="8032680" y="2962800"/>
            <a:ext cx="3575160" cy="3542400"/>
          </a:xfrm>
          <a:prstGeom prst="rect">
            <a:avLst/>
          </a:prstGeom>
          <a:solidFill>
            <a:schemeClr val="bg1"/>
          </a:solidFill>
          <a:ln w="952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IL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9" name="dtFullZmanim_0"/>
          <p:cNvSpPr/>
          <p:nvPr/>
        </p:nvSpPr>
        <p:spPr>
          <a:xfrm>
            <a:off x="8065080" y="3505320"/>
            <a:ext cx="3510360" cy="33732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 rtl="1">
              <a:lnSpc>
                <a:spcPct val="100000"/>
              </a:lnSpc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#FULLZMANIM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Rectangle 3"/>
          <p:cNvSpPr/>
          <p:nvPr/>
        </p:nvSpPr>
        <p:spPr>
          <a:xfrm>
            <a:off x="8149320" y="3043440"/>
            <a:ext cx="3319560" cy="46044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he-IL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זמני היום</a:t>
            </a: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: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Rectangle 4"/>
          <p:cNvSpPr/>
          <p:nvPr/>
        </p:nvSpPr>
        <p:spPr>
          <a:xfrm>
            <a:off x="8276760" y="1067760"/>
            <a:ext cx="3181680" cy="1663200"/>
          </a:xfrm>
          <a:prstGeom prst="rect">
            <a:avLst/>
          </a:prstGeom>
          <a:solidFill>
            <a:schemeClr val="bg1"/>
          </a:solidFill>
          <a:ln w="952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IL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2" name="dtHebDate_0"/>
          <p:cNvSpPr/>
          <p:nvPr/>
        </p:nvSpPr>
        <p:spPr>
          <a:xfrm>
            <a:off x="9121320" y="1105560"/>
            <a:ext cx="1506960" cy="46044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#HEBDATE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dtDayZmanim_0"/>
          <p:cNvSpPr/>
          <p:nvPr/>
        </p:nvSpPr>
        <p:spPr>
          <a:xfrm>
            <a:off x="9100080" y="1674000"/>
            <a:ext cx="1546560" cy="36828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algn="ctr" defTabSz="914400" rtl="1">
              <a:lnSpc>
                <a:spcPct val="100000"/>
              </a:lnSpc>
            </a:pP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#DAYZMANIM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Rectangle 11"/>
          <p:cNvSpPr/>
          <p:nvPr/>
        </p:nvSpPr>
        <p:spPr>
          <a:xfrm>
            <a:off x="4610160" y="1603080"/>
            <a:ext cx="2999520" cy="29995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800" b="0" u="none" strike="noStrike" dirty="0">
                <a:solidFill>
                  <a:srgbClr val="FF0000"/>
                </a:solidFill>
                <a:effectLst/>
                <a:uFillTx/>
                <a:latin typeface="Calibri"/>
              </a:rPr>
              <a:t>#ANCLOCK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Rectangle 26"/>
          <p:cNvSpPr/>
          <p:nvPr/>
        </p:nvSpPr>
        <p:spPr>
          <a:xfrm>
            <a:off x="4187880" y="189000"/>
            <a:ext cx="3711960" cy="1291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he-IL" sz="5400" b="0" u="none" strike="noStrike">
                <a:solidFill>
                  <a:schemeClr val="accent1"/>
                </a:solidFill>
                <a:effectLst/>
                <a:uFillTx/>
                <a:latin typeface="Aharoni"/>
                <a:cs typeface="Aharoni"/>
              </a:rPr>
              <a:t>בית כנסת 'יחד'</a:t>
            </a:r>
            <a:br>
              <a:rPr sz="5400"/>
            </a:br>
            <a:r>
              <a:rPr lang="he-IL" sz="2400" b="0" u="none" strike="noStrike">
                <a:solidFill>
                  <a:schemeClr val="accent1"/>
                </a:solidFill>
                <a:effectLst/>
                <a:uFillTx/>
                <a:latin typeface="Aharoni"/>
                <a:cs typeface="Aharoni"/>
              </a:rPr>
              <a:t>נוה שיר, עלי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6" name="Picture 27"/>
          <p:cNvPicPr/>
          <p:nvPr/>
        </p:nvPicPr>
        <p:blipFill>
          <a:blip r:embed="rId4"/>
          <a:stretch/>
        </p:blipFill>
        <p:spPr>
          <a:xfrm>
            <a:off x="4792680" y="4692240"/>
            <a:ext cx="2634120" cy="181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7" name="Rectangle 28"/>
          <p:cNvSpPr/>
          <p:nvPr/>
        </p:nvSpPr>
        <p:spPr>
          <a:xfrm>
            <a:off x="583200" y="4943520"/>
            <a:ext cx="3575160" cy="1561680"/>
          </a:xfrm>
          <a:prstGeom prst="rect">
            <a:avLst/>
          </a:prstGeom>
          <a:solidFill>
            <a:schemeClr val="bg1"/>
          </a:solidFill>
          <a:ln w="952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IL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8" name="dtParsha_1"/>
          <p:cNvSpPr/>
          <p:nvPr/>
        </p:nvSpPr>
        <p:spPr>
          <a:xfrm>
            <a:off x="598320" y="5018400"/>
            <a:ext cx="3544200" cy="39888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 rtl="1">
              <a:lnSpc>
                <a:spcPct val="100000"/>
              </a:lnSpc>
            </a:pPr>
            <a:r>
              <a:rPr lang="en-US" sz="2000" b="1" u="none" strike="noStrike">
                <a:solidFill>
                  <a:srgbClr val="606279"/>
                </a:solidFill>
                <a:effectLst/>
                <a:uFillTx/>
                <a:latin typeface="Microsoft JhengHei UI Light"/>
                <a:ea typeface="Microsoft JhengHei UI Light"/>
              </a:rPr>
              <a:t>#PARSHA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Rectangle 8"/>
          <p:cNvSpPr/>
          <p:nvPr/>
        </p:nvSpPr>
        <p:spPr>
          <a:xfrm>
            <a:off x="583200" y="1063800"/>
            <a:ext cx="3575160" cy="3542400"/>
          </a:xfrm>
          <a:prstGeom prst="rect">
            <a:avLst/>
          </a:prstGeom>
          <a:solidFill>
            <a:schemeClr val="bg1"/>
          </a:solidFill>
          <a:ln w="952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IL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0" name="Rectangle 9"/>
          <p:cNvSpPr/>
          <p:nvPr/>
        </p:nvSpPr>
        <p:spPr>
          <a:xfrm>
            <a:off x="699480" y="1144440"/>
            <a:ext cx="3319560" cy="46044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he-IL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לימוד יומי</a:t>
            </a: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: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dtLimudYomi_0"/>
          <p:cNvSpPr/>
          <p:nvPr/>
        </p:nvSpPr>
        <p:spPr>
          <a:xfrm>
            <a:off x="771480" y="1567080"/>
            <a:ext cx="3247200" cy="36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 rtl="1">
              <a:lnSpc>
                <a:spcPct val="100000"/>
              </a:lnSpc>
            </a:pPr>
            <a:r>
              <a:rPr lang="en-US" sz="18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#LIMUDYOMI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dtMozash_1"/>
          <p:cNvSpPr/>
          <p:nvPr/>
        </p:nvSpPr>
        <p:spPr>
          <a:xfrm>
            <a:off x="1127160" y="5985000"/>
            <a:ext cx="1498680" cy="39888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 rtl="1">
              <a:lnSpc>
                <a:spcPct val="100000"/>
              </a:lnSpc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Microsoft JhengHei UI Light"/>
                <a:ea typeface="Microsoft JhengHei UI Light"/>
              </a:rPr>
              <a:t>#MOZASH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Rectangle 33"/>
          <p:cNvSpPr/>
          <p:nvPr/>
        </p:nvSpPr>
        <p:spPr>
          <a:xfrm>
            <a:off x="2333160" y="5985000"/>
            <a:ext cx="1309320" cy="39888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914400">
              <a:lnSpc>
                <a:spcPct val="100000"/>
              </a:lnSpc>
            </a:pPr>
            <a:r>
              <a:rPr lang="he-IL" sz="2000" b="0" u="none" strike="noStrike">
                <a:solidFill>
                  <a:schemeClr val="dk1"/>
                </a:solidFill>
                <a:effectLst/>
                <a:uFillTx/>
                <a:latin typeface="Microsoft JhengHei UI Light"/>
              </a:rPr>
              <a:t>צאת שבת</a:t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Microsoft JhengHei UI Light"/>
                <a:ea typeface="Microsoft JhengHei UI Light"/>
              </a:rPr>
              <a:t>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dtNerot_1"/>
          <p:cNvSpPr/>
          <p:nvPr/>
        </p:nvSpPr>
        <p:spPr>
          <a:xfrm>
            <a:off x="1130040" y="5653800"/>
            <a:ext cx="1202040" cy="39888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 rtl="1">
              <a:lnSpc>
                <a:spcPct val="100000"/>
              </a:lnSpc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Microsoft JhengHei UI Light"/>
                <a:ea typeface="Microsoft JhengHei UI Light"/>
              </a:rPr>
              <a:t>#NEROT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Rectangle 32"/>
          <p:cNvSpPr/>
          <p:nvPr/>
        </p:nvSpPr>
        <p:spPr>
          <a:xfrm>
            <a:off x="2143800" y="5656320"/>
            <a:ext cx="1503000" cy="39888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914400">
              <a:lnSpc>
                <a:spcPct val="100000"/>
              </a:lnSpc>
            </a:pPr>
            <a:r>
              <a:rPr lang="he-IL" sz="2000" b="0" u="none" strike="noStrike">
                <a:solidFill>
                  <a:schemeClr val="dk1"/>
                </a:solidFill>
                <a:effectLst/>
                <a:uFillTx/>
                <a:latin typeface="Microsoft JhengHei UI Light"/>
              </a:rPr>
              <a:t>הדלקת נרות</a:t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Microsoft JhengHei UI Light"/>
                <a:ea typeface="Microsoft JhengHei UI Light"/>
              </a:rPr>
              <a:t>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06CA9298-AA82-1579-EB6C-610A46E7946B}"/>
              </a:ext>
            </a:extLst>
          </p:cNvPr>
          <p:cNvSpPr/>
          <p:nvPr/>
        </p:nvSpPr>
        <p:spPr>
          <a:xfrm>
            <a:off x="895140" y="2874960"/>
            <a:ext cx="2873880" cy="554040"/>
          </a:xfrm>
          <a:prstGeom prst="rect">
            <a:avLst/>
          </a:prstGeom>
          <a:solidFill>
            <a:srgbClr val="000000"/>
          </a:solidFill>
          <a:ln>
            <a:solidFill>
              <a:srgbClr val="FFFFFF"/>
            </a:solidFill>
          </a:ln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800" b="0" u="none" strike="noStrike" dirty="0">
                <a:solidFill>
                  <a:schemeClr val="lt1"/>
                </a:solidFill>
                <a:effectLst/>
                <a:uFillTx/>
                <a:latin typeface="Calibri"/>
              </a:rPr>
              <a:t>#</a:t>
            </a:r>
            <a:r>
              <a:rPr lang="en-US" dirty="0">
                <a:solidFill>
                  <a:schemeClr val="lt1"/>
                </a:solidFill>
              </a:rPr>
              <a:t> #HIDDEN _</a:t>
            </a:r>
            <a:r>
              <a:rPr lang="en-US" sz="1800" b="0" u="none" strike="noStrike" dirty="0">
                <a:solidFill>
                  <a:schemeClr val="lt1"/>
                </a:solidFill>
                <a:effectLst/>
                <a:uFillTx/>
                <a:latin typeface="Calibri"/>
              </a:rPr>
              <a:t>CHOLONLY</a:t>
            </a:r>
            <a:endParaRPr lang="en-US" sz="18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p:transition advTm="50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11">
            <a:extLst>
              <a:ext uri="{FF2B5EF4-FFF2-40B4-BE49-F238E27FC236}">
                <a16:creationId xmlns:a16="http://schemas.microsoft.com/office/drawing/2014/main" id="{959CCB4F-1C1F-193A-9204-B942B10A6EF3}"/>
              </a:ext>
            </a:extLst>
          </p:cNvPr>
          <p:cNvSpPr/>
          <p:nvPr/>
        </p:nvSpPr>
        <p:spPr>
          <a:xfrm>
            <a:off x="4793673" y="1173018"/>
            <a:ext cx="2604654" cy="2641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800" b="0" u="none" strike="noStrike" dirty="0">
                <a:solidFill>
                  <a:srgbClr val="FF0000"/>
                </a:solidFill>
                <a:effectLst/>
                <a:uFillTx/>
                <a:latin typeface="Calibri"/>
              </a:rPr>
              <a:t>#ANCLOCK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dtHebDate_0">
            <a:extLst>
              <a:ext uri="{FF2B5EF4-FFF2-40B4-BE49-F238E27FC236}">
                <a16:creationId xmlns:a16="http://schemas.microsoft.com/office/drawing/2014/main" id="{97D3611B-0B83-7D52-1E01-096A0B432B66}"/>
              </a:ext>
            </a:extLst>
          </p:cNvPr>
          <p:cNvSpPr/>
          <p:nvPr/>
        </p:nvSpPr>
        <p:spPr>
          <a:xfrm>
            <a:off x="7256071" y="394529"/>
            <a:ext cx="4516881" cy="46021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r" defTabSz="914400" rtl="1">
              <a:lnSpc>
                <a:spcPct val="100000"/>
              </a:lnSpc>
            </a:pPr>
            <a:r>
              <a:rPr lang="en-US" sz="2400" b="1" u="none" strike="noStrike" dirty="0">
                <a:solidFill>
                  <a:schemeClr val="dk1"/>
                </a:solidFill>
                <a:effectLst/>
                <a:uFillTx/>
                <a:latin typeface="Arial" panose="020B0604020202020204" pitchFamily="34" charset="0"/>
                <a:cs typeface="Arial" panose="020B0604020202020204" pitchFamily="34" charset="0"/>
              </a:rPr>
              <a:t>#HEBDATE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Rectangle 2">
            <a:extLst>
              <a:ext uri="{FF2B5EF4-FFF2-40B4-BE49-F238E27FC236}">
                <a16:creationId xmlns:a16="http://schemas.microsoft.com/office/drawing/2014/main" id="{221E2798-C075-2CEA-C463-8044C36F360A}"/>
              </a:ext>
            </a:extLst>
          </p:cNvPr>
          <p:cNvSpPr/>
          <p:nvPr/>
        </p:nvSpPr>
        <p:spPr>
          <a:xfrm>
            <a:off x="8358818" y="1336964"/>
            <a:ext cx="3583800" cy="52176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 rtl="1">
              <a:lnSpc>
                <a:spcPct val="100000"/>
              </a:lnSpc>
            </a:pPr>
            <a:r>
              <a:rPr lang="he-IL" sz="2800" b="1" u="none" strike="noStrike" dirty="0">
                <a:solidFill>
                  <a:schemeClr val="accent1"/>
                </a:solidFill>
                <a:effectLst/>
                <a:uFillTx/>
                <a:latin typeface="Calibri"/>
              </a:rPr>
              <a:t>זמני תפילה:</a:t>
            </a:r>
            <a:endParaRPr lang="en-US" sz="280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Rectangle 2">
            <a:extLst>
              <a:ext uri="{FF2B5EF4-FFF2-40B4-BE49-F238E27FC236}">
                <a16:creationId xmlns:a16="http://schemas.microsoft.com/office/drawing/2014/main" id="{F856B9BC-89D9-64C0-40EB-4342AEF1672B}"/>
              </a:ext>
            </a:extLst>
          </p:cNvPr>
          <p:cNvSpPr/>
          <p:nvPr/>
        </p:nvSpPr>
        <p:spPr>
          <a:xfrm>
            <a:off x="249382" y="1336964"/>
            <a:ext cx="3583800" cy="52176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 rtl="1">
              <a:lnSpc>
                <a:spcPct val="100000"/>
              </a:lnSpc>
            </a:pPr>
            <a:r>
              <a:rPr lang="he-IL" sz="2800" b="1" u="none" strike="noStrike" dirty="0">
                <a:solidFill>
                  <a:schemeClr val="accent1"/>
                </a:solidFill>
                <a:effectLst/>
                <a:uFillTx/>
                <a:latin typeface="Calibri"/>
              </a:rPr>
              <a:t>זמני היום:</a:t>
            </a:r>
            <a:endParaRPr lang="en-US" sz="280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Rectangle 2">
            <a:extLst>
              <a:ext uri="{FF2B5EF4-FFF2-40B4-BE49-F238E27FC236}">
                <a16:creationId xmlns:a16="http://schemas.microsoft.com/office/drawing/2014/main" id="{95284ADA-8883-D97A-33A2-9053D8FA653B}"/>
              </a:ext>
            </a:extLst>
          </p:cNvPr>
          <p:cNvSpPr/>
          <p:nvPr/>
        </p:nvSpPr>
        <p:spPr>
          <a:xfrm>
            <a:off x="249382" y="3156986"/>
            <a:ext cx="3583800" cy="52176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 rtl="1">
              <a:lnSpc>
                <a:spcPct val="100000"/>
              </a:lnSpc>
            </a:pPr>
            <a:r>
              <a:rPr lang="he-IL" sz="2800" b="1" u="none" strike="noStrike" dirty="0">
                <a:solidFill>
                  <a:schemeClr val="accent1"/>
                </a:solidFill>
                <a:effectLst/>
                <a:uFillTx/>
                <a:latin typeface="Calibri"/>
              </a:rPr>
              <a:t>לימוד יומי:</a:t>
            </a:r>
            <a:endParaRPr lang="en-US" sz="280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Rectangle 2">
            <a:extLst>
              <a:ext uri="{FF2B5EF4-FFF2-40B4-BE49-F238E27FC236}">
                <a16:creationId xmlns:a16="http://schemas.microsoft.com/office/drawing/2014/main" id="{29C7E859-CAAF-4F6B-4D7F-FA1D72736937}"/>
              </a:ext>
            </a:extLst>
          </p:cNvPr>
          <p:cNvSpPr/>
          <p:nvPr/>
        </p:nvSpPr>
        <p:spPr>
          <a:xfrm>
            <a:off x="8482817" y="1791011"/>
            <a:ext cx="3338494" cy="107576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r" defTabSz="914400" rtl="1">
              <a:spcAft>
                <a:spcPts val="600"/>
              </a:spcAft>
            </a:pPr>
            <a:r>
              <a:rPr lang="he-IL" sz="3200" u="none" strike="noStrike" dirty="0">
                <a:effectLst/>
                <a:uFillTx/>
                <a:latin typeface="Calibri"/>
              </a:rPr>
              <a:t>#</a:t>
            </a:r>
            <a:r>
              <a:rPr lang="en-US" sz="3200" u="none" strike="noStrike" dirty="0">
                <a:effectLst/>
                <a:uFillTx/>
                <a:latin typeface="Calibri"/>
              </a:rPr>
              <a:t>CMD</a:t>
            </a:r>
            <a:r>
              <a:rPr lang="he-IL" sz="3200" u="none" strike="noStrike" dirty="0">
                <a:effectLst/>
                <a:uFillTx/>
                <a:latin typeface="Calibri"/>
              </a:rPr>
              <a:t>:&lt;</a:t>
            </a:r>
            <a:r>
              <a:rPr lang="en-US" sz="3200" u="none" strike="noStrike" dirty="0" err="1">
                <a:effectLst/>
                <a:uFillTx/>
                <a:latin typeface="Calibri"/>
              </a:rPr>
              <a:t>chol_desc</a:t>
            </a:r>
            <a:r>
              <a:rPr lang="he-IL" sz="3200" u="none" strike="noStrike" dirty="0">
                <a:effectLst/>
                <a:uFillTx/>
                <a:latin typeface="Calibri"/>
              </a:rPr>
              <a:t>&gt;</a:t>
            </a:r>
            <a:endParaRPr lang="en-US" sz="3200" u="none" strike="noStrike" dirty="0">
              <a:effectLst/>
              <a:uFillTx/>
              <a:latin typeface="Arial"/>
            </a:endParaRPr>
          </a:p>
        </p:txBody>
      </p:sp>
      <p:sp>
        <p:nvSpPr>
          <p:cNvPr id="15" name="Rectangle 2">
            <a:extLst>
              <a:ext uri="{FF2B5EF4-FFF2-40B4-BE49-F238E27FC236}">
                <a16:creationId xmlns:a16="http://schemas.microsoft.com/office/drawing/2014/main" id="{B81FB427-B9C7-403B-9AC5-BCC0E90AE4EA}"/>
              </a:ext>
            </a:extLst>
          </p:cNvPr>
          <p:cNvSpPr/>
          <p:nvPr/>
        </p:nvSpPr>
        <p:spPr>
          <a:xfrm>
            <a:off x="8482817" y="1789193"/>
            <a:ext cx="3338493" cy="107576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914400" rtl="1">
              <a:spcAft>
                <a:spcPts val="600"/>
              </a:spcAft>
            </a:pPr>
            <a:r>
              <a:rPr lang="he-IL" sz="3200" u="none" strike="noStrike" dirty="0">
                <a:effectLst/>
                <a:uFillTx/>
                <a:latin typeface="Calibri"/>
              </a:rPr>
              <a:t>#</a:t>
            </a:r>
            <a:r>
              <a:rPr lang="en-US" sz="3200" u="none" strike="noStrike" dirty="0">
                <a:effectLst/>
                <a:uFillTx/>
                <a:latin typeface="Calibri"/>
              </a:rPr>
              <a:t>CMD</a:t>
            </a:r>
            <a:r>
              <a:rPr lang="he-IL" sz="3200" u="none" strike="noStrike" dirty="0">
                <a:effectLst/>
                <a:uFillTx/>
                <a:latin typeface="Calibri"/>
              </a:rPr>
              <a:t>:&lt;</a:t>
            </a:r>
            <a:r>
              <a:rPr lang="en-US" sz="3200" u="none" strike="noStrike" dirty="0" err="1">
                <a:effectLst/>
                <a:uFillTx/>
                <a:latin typeface="Calibri"/>
              </a:rPr>
              <a:t>chol_times</a:t>
            </a:r>
            <a:r>
              <a:rPr lang="he-IL" sz="3200" u="none" strike="noStrike" dirty="0">
                <a:effectLst/>
                <a:uFillTx/>
                <a:latin typeface="Calibri"/>
              </a:rPr>
              <a:t>&gt;</a:t>
            </a:r>
            <a:endParaRPr lang="en-US" sz="3200" u="none" strike="noStrike" dirty="0">
              <a:effectLst/>
              <a:uFillTx/>
              <a:latin typeface="Arial"/>
            </a:endParaRPr>
          </a:p>
        </p:txBody>
      </p:sp>
      <p:sp>
        <p:nvSpPr>
          <p:cNvPr id="16" name="Rectangle 2">
            <a:extLst>
              <a:ext uri="{FF2B5EF4-FFF2-40B4-BE49-F238E27FC236}">
                <a16:creationId xmlns:a16="http://schemas.microsoft.com/office/drawing/2014/main" id="{5C92B34F-A67C-E1E6-40FB-10EEE9AE6379}"/>
              </a:ext>
            </a:extLst>
          </p:cNvPr>
          <p:cNvSpPr/>
          <p:nvPr/>
        </p:nvSpPr>
        <p:spPr>
          <a:xfrm>
            <a:off x="249382" y="1761509"/>
            <a:ext cx="3583800" cy="147587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 rtl="1">
              <a:lnSpc>
                <a:spcPct val="100000"/>
              </a:lnSpc>
            </a:pPr>
            <a:r>
              <a:rPr lang="he-IL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עלות השחר - </a:t>
            </a:r>
            <a:r>
              <a:rPr lang="en-US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#ALOS72</a:t>
            </a:r>
            <a:br>
              <a:rPr lang="en-US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he-IL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זריחה - </a:t>
            </a:r>
            <a:r>
              <a:rPr lang="en-US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#SUNRISE</a:t>
            </a:r>
            <a:br>
              <a:rPr lang="en-US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he-IL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חצות - </a:t>
            </a:r>
            <a:r>
              <a:rPr lang="en-US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#CHAZOT</a:t>
            </a:r>
            <a:endParaRPr lang="he-IL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defTabSz="914400" rtl="1">
              <a:lnSpc>
                <a:spcPct val="100000"/>
              </a:lnSpc>
            </a:pPr>
            <a:r>
              <a:rPr lang="he-IL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שקיעה - </a:t>
            </a:r>
            <a:r>
              <a:rPr lang="en-US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#SUNSET</a:t>
            </a:r>
            <a:br>
              <a:rPr lang="en-US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he-IL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צאת הכוכבים - </a:t>
            </a:r>
            <a:r>
              <a:rPr lang="en-US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#TZAISYESHIVA</a:t>
            </a:r>
            <a:endParaRPr lang="en-US" u="none" strike="noStrike" dirty="0">
              <a:solidFill>
                <a:srgbClr val="000000"/>
              </a:solidFill>
              <a:effectLst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Rectangle 2">
            <a:extLst>
              <a:ext uri="{FF2B5EF4-FFF2-40B4-BE49-F238E27FC236}">
                <a16:creationId xmlns:a16="http://schemas.microsoft.com/office/drawing/2014/main" id="{F89BB994-3E83-36F9-40E4-B53B2C763F0B}"/>
              </a:ext>
            </a:extLst>
          </p:cNvPr>
          <p:cNvSpPr/>
          <p:nvPr/>
        </p:nvSpPr>
        <p:spPr>
          <a:xfrm>
            <a:off x="249382" y="3575186"/>
            <a:ext cx="3583800" cy="3371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 rtl="1">
              <a:lnSpc>
                <a:spcPct val="100000"/>
              </a:lnSpc>
            </a:pPr>
            <a:r>
              <a:rPr lang="en-US" sz="1200" u="none" strike="noStrike" dirty="0">
                <a:effectLst/>
                <a:uFillTx/>
                <a:latin typeface="Arial" panose="020B0604020202020204" pitchFamily="34" charset="0"/>
                <a:cs typeface="Arial" panose="020B0604020202020204" pitchFamily="34" charset="0"/>
              </a:rPr>
              <a:t>#</a:t>
            </a:r>
            <a:r>
              <a:rPr lang="en-US" sz="1600" u="none" strike="noStrike" dirty="0">
                <a:effectLst/>
                <a:uFillTx/>
                <a:latin typeface="Arial" panose="020B0604020202020204" pitchFamily="34" charset="0"/>
                <a:cs typeface="Arial" panose="020B0604020202020204" pitchFamily="34" charset="0"/>
              </a:rPr>
              <a:t>LIMUDYOMI</a:t>
            </a:r>
          </a:p>
        </p:txBody>
      </p:sp>
      <p:sp>
        <p:nvSpPr>
          <p:cNvPr id="2" name="dtHebDate_0">
            <a:extLst>
              <a:ext uri="{FF2B5EF4-FFF2-40B4-BE49-F238E27FC236}">
                <a16:creationId xmlns:a16="http://schemas.microsoft.com/office/drawing/2014/main" id="{5E271C63-5032-335F-BC01-3E51ADCBB7A1}"/>
              </a:ext>
            </a:extLst>
          </p:cNvPr>
          <p:cNvSpPr/>
          <p:nvPr/>
        </p:nvSpPr>
        <p:spPr>
          <a:xfrm>
            <a:off x="419045" y="363145"/>
            <a:ext cx="2458626" cy="52176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2800" b="1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#</a:t>
            </a:r>
            <a:r>
              <a:rPr lang="en-US" sz="2800" b="1" u="none" strike="noStrike" dirty="0">
                <a:solidFill>
                  <a:schemeClr val="dk1"/>
                </a:solidFill>
                <a:effectLst/>
                <a:uFillTx/>
                <a:latin typeface="Arial" panose="020B0604020202020204" pitchFamily="34" charset="0"/>
                <a:cs typeface="Arial" panose="020B0604020202020204" pitchFamily="34" charset="0"/>
              </a:rPr>
              <a:t>DICLOCK</a:t>
            </a: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dtHebDate_0">
            <a:extLst>
              <a:ext uri="{FF2B5EF4-FFF2-40B4-BE49-F238E27FC236}">
                <a16:creationId xmlns:a16="http://schemas.microsoft.com/office/drawing/2014/main" id="{63B35B13-BDA7-2382-2C9B-1F1EB7256171}"/>
              </a:ext>
            </a:extLst>
          </p:cNvPr>
          <p:cNvSpPr/>
          <p:nvPr/>
        </p:nvSpPr>
        <p:spPr>
          <a:xfrm>
            <a:off x="4097959" y="181691"/>
            <a:ext cx="3996079" cy="76798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he-IL" sz="2000" dirty="0">
                <a:solidFill>
                  <a:schemeClr val="dk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בית הכנסת הספרדי</a:t>
            </a:r>
          </a:p>
          <a:p>
            <a:pPr algn="ctr" defTabSz="914400">
              <a:lnSpc>
                <a:spcPct val="100000"/>
              </a:lnSpc>
            </a:pPr>
            <a:r>
              <a:rPr lang="he-IL" sz="2400" b="1" u="none" strike="noStrike" dirty="0">
                <a:solidFill>
                  <a:schemeClr val="dk1"/>
                </a:solidFill>
                <a:effectLst/>
                <a:uFillTx/>
                <a:latin typeface="Arial" panose="020B0604020202020204" pitchFamily="34" charset="0"/>
                <a:cs typeface="Arial" panose="020B0604020202020204" pitchFamily="34" charset="0"/>
              </a:rPr>
              <a:t>מעשה ניסים</a:t>
            </a:r>
            <a:endParaRPr lang="en-US" sz="2400" b="1" u="none" strike="noStrike" dirty="0">
              <a:solidFill>
                <a:srgbClr val="000000"/>
              </a:solidFill>
              <a:effectLst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BE9320BB-CF23-FCB3-EB65-54220139054F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ED1C24"/>
              </a:clrFrom>
              <a:clrTo>
                <a:srgbClr val="ED1C24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651741" y="7055340"/>
            <a:ext cx="3330636" cy="2589049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89B0FEF4-09AE-B433-019B-3D1F4C4DDED6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ED1C24"/>
              </a:clrFrom>
              <a:clrTo>
                <a:srgbClr val="ED1C24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015953" y="4037958"/>
            <a:ext cx="2160087" cy="167913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CB8E8C98-7C36-22C8-1FA7-5969DA1D4A82}"/>
              </a:ext>
            </a:extLst>
          </p:cNvPr>
          <p:cNvSpPr/>
          <p:nvPr/>
        </p:nvSpPr>
        <p:spPr>
          <a:xfrm>
            <a:off x="4304097" y="5688760"/>
            <a:ext cx="3583800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he-IL" sz="2000" b="1" u="none" strike="noStrike" dirty="0">
                <a:solidFill>
                  <a:schemeClr val="accent1"/>
                </a:solidFill>
                <a:effectLst/>
                <a:uFillTx/>
                <a:latin typeface="Calibri"/>
              </a:rPr>
              <a:t>#</a:t>
            </a:r>
            <a:r>
              <a:rPr lang="en-US" sz="2000" b="1" u="none" strike="noStrike" dirty="0">
                <a:solidFill>
                  <a:schemeClr val="accent1"/>
                </a:solidFill>
                <a:effectLst/>
                <a:uFillTx/>
                <a:latin typeface="Calibri"/>
              </a:rPr>
              <a:t>PARSHA</a:t>
            </a:r>
            <a:endParaRPr lang="en-US" sz="200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809AEEA-9FE9-6208-420A-CA3BC69ECBDC}"/>
              </a:ext>
            </a:extLst>
          </p:cNvPr>
          <p:cNvSpPr/>
          <p:nvPr/>
        </p:nvSpPr>
        <p:spPr>
          <a:xfrm>
            <a:off x="4304097" y="6038708"/>
            <a:ext cx="3583800" cy="52176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rtl="1"/>
            <a:r>
              <a:rPr lang="he-IL" sz="1400" dirty="0"/>
              <a:t>הדלקת נרות - 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#SHABBOS-30</a:t>
            </a:r>
            <a:endParaRPr lang="he-IL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rtl="1"/>
            <a:r>
              <a:rPr lang="he-IL" sz="1400" u="none" strike="noStrike" dirty="0">
                <a:effectLst/>
                <a:uFillTx/>
                <a:latin typeface="Arial"/>
              </a:rPr>
              <a:t>מוצ</a:t>
            </a:r>
            <a:r>
              <a:rPr lang="he-IL" sz="1400" dirty="0">
                <a:latin typeface="Arial"/>
              </a:rPr>
              <a:t>"ש - </a:t>
            </a:r>
            <a:r>
              <a:rPr lang="en-US" sz="1400" dirty="0">
                <a:latin typeface="Arial"/>
              </a:rPr>
              <a:t>#MOZASH</a:t>
            </a:r>
            <a:endParaRPr lang="en-US" sz="1400" u="none" strike="noStrike" dirty="0"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5159771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Organic</Template>
  <TotalTime>12938</TotalTime>
  <Words>194</Words>
  <Application>Microsoft Office PowerPoint</Application>
  <PresentationFormat>Widescreen</PresentationFormat>
  <Paragraphs>59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3" baseType="lpstr">
      <vt:lpstr>Microsoft JhengHei UI Light</vt:lpstr>
      <vt:lpstr>Aharoni</vt:lpstr>
      <vt:lpstr>Arial</vt:lpstr>
      <vt:lpstr>Calibri</vt:lpstr>
      <vt:lpstr>Calibri Light</vt:lpstr>
      <vt:lpstr>Symbol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Gabbay, Netanel</dc:creator>
  <dc:description/>
  <cp:lastModifiedBy>Gabbay, Netanel</cp:lastModifiedBy>
  <cp:revision>473</cp:revision>
  <dcterms:created xsi:type="dcterms:W3CDTF">2023-04-17T07:02:05Z</dcterms:created>
  <dcterms:modified xsi:type="dcterms:W3CDTF">2026-10-04T20:06:29Z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Widescreen</vt:lpwstr>
  </property>
  <property fmtid="{D5CDD505-2E9C-101B-9397-08002B2CF9AE}" pid="3" name="Slides">
    <vt:i4>3</vt:i4>
  </property>
</Properties>
</file>