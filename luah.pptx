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loop="1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222EC3-E264-487A-9E23-E4B7334F1BEF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0A01ED-9F9A-412D-BCD2-D69CB57FF44E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8C84C-268E-4EAF-A73F-C9A2E402FD0F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D107D5-74A2-46D1-B972-5DAE9ED2266E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0D8BF4-3F07-4CAD-B108-5637CE555E51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528B07-AF48-4AEE-8A5F-3162B5D58B8E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FF9920-5B14-46A0-9E4C-4BE887D6F4A4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7F0DFA-35DB-4E72-88F2-79FF16C7EA94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12AB89-2C20-433B-8B67-F8683B4710F4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IL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L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L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L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L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8D5A4A-E012-482D-B4B7-B6EA33037849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IL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L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204493-9170-456F-AF40-BE02EFD87DA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tile tx="0" ty="0" sx="100000" sy="100000" algn="tl"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Cartoon Clock Png"/>
          <p:cNvPicPr/>
          <p:nvPr/>
        </p:nvPicPr>
        <p:blipFill>
          <a:blip r:embed="rId2"/>
          <a:stretch/>
        </p:blipFill>
        <p:spPr>
          <a:xfrm>
            <a:off x="8460000" y="3106800"/>
            <a:ext cx="3543120" cy="354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44"/>
          <p:cNvSpPr/>
          <p:nvPr/>
        </p:nvSpPr>
        <p:spPr>
          <a:xfrm>
            <a:off x="325440" y="331200"/>
            <a:ext cx="3050280" cy="33768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5"/>
          <p:cNvSpPr/>
          <p:nvPr/>
        </p:nvSpPr>
        <p:spPr>
          <a:xfrm>
            <a:off x="8458200" y="3106800"/>
            <a:ext cx="3543120" cy="35431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dtFullZmanim_0"/>
          <p:cNvSpPr/>
          <p:nvPr/>
        </p:nvSpPr>
        <p:spPr>
          <a:xfrm>
            <a:off x="1134360" y="880560"/>
            <a:ext cx="1434600" cy="3380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FULLZMANIM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10"/>
          <p:cNvSpPr/>
          <p:nvPr/>
        </p:nvSpPr>
        <p:spPr>
          <a:xfrm>
            <a:off x="8644680" y="293760"/>
            <a:ext cx="3182400" cy="248292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dtHebDate_0"/>
          <p:cNvSpPr/>
          <p:nvPr/>
        </p:nvSpPr>
        <p:spPr>
          <a:xfrm>
            <a:off x="9489240" y="331200"/>
            <a:ext cx="150768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dtDayZmanim_0"/>
          <p:cNvSpPr/>
          <p:nvPr/>
        </p:nvSpPr>
        <p:spPr>
          <a:xfrm>
            <a:off x="9468000" y="899640"/>
            <a:ext cx="1547280" cy="369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dtDafYomi_0"/>
          <p:cNvSpPr/>
          <p:nvPr/>
        </p:nvSpPr>
        <p:spPr>
          <a:xfrm>
            <a:off x="9588600" y="1980000"/>
            <a:ext cx="1189800" cy="369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#DAFYOMI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2"/>
          <p:cNvSpPr/>
          <p:nvPr/>
        </p:nvSpPr>
        <p:spPr>
          <a:xfrm>
            <a:off x="3727080" y="112680"/>
            <a:ext cx="4566240" cy="655092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14"/>
          <p:cNvPicPr/>
          <p:nvPr/>
        </p:nvPicPr>
        <p:blipFill>
          <a:blip r:embed="rId3"/>
          <a:stretch/>
        </p:blipFill>
        <p:spPr>
          <a:xfrm>
            <a:off x="3848400" y="221760"/>
            <a:ext cx="1004400" cy="69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6"/>
          <p:cNvSpPr/>
          <p:nvPr/>
        </p:nvSpPr>
        <p:spPr>
          <a:xfrm>
            <a:off x="3802320" y="1383480"/>
            <a:ext cx="4424760" cy="5192640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19"/>
          <p:cNvSpPr/>
          <p:nvPr/>
        </p:nvSpPr>
        <p:spPr>
          <a:xfrm>
            <a:off x="6094800" y="177228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1"/>
          <p:cNvSpPr/>
          <p:nvPr/>
        </p:nvSpPr>
        <p:spPr>
          <a:xfrm>
            <a:off x="6094800" y="227232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שיר השירים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2"/>
          <p:cNvSpPr/>
          <p:nvPr/>
        </p:nvSpPr>
        <p:spPr>
          <a:xfrm>
            <a:off x="6094800" y="277560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23"/>
          <p:cNvSpPr/>
          <p:nvPr/>
        </p:nvSpPr>
        <p:spPr>
          <a:xfrm>
            <a:off x="6094800" y="327636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שחרית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5"/>
          <p:cNvSpPr/>
          <p:nvPr/>
        </p:nvSpPr>
        <p:spPr>
          <a:xfrm>
            <a:off x="4986000" y="3778920"/>
            <a:ext cx="319284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תפילת ילדים אחרי מוסף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6"/>
          <p:cNvSpPr/>
          <p:nvPr/>
        </p:nvSpPr>
        <p:spPr>
          <a:xfrm>
            <a:off x="6094800" y="427896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תהילים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7"/>
          <p:cNvSpPr/>
          <p:nvPr/>
        </p:nvSpPr>
        <p:spPr>
          <a:xfrm>
            <a:off x="6094800" y="478224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שיעור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28"/>
          <p:cNvSpPr/>
          <p:nvPr/>
        </p:nvSpPr>
        <p:spPr>
          <a:xfrm>
            <a:off x="6094800" y="5283000"/>
            <a:ext cx="20851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9"/>
          <p:cNvSpPr/>
          <p:nvPr/>
        </p:nvSpPr>
        <p:spPr>
          <a:xfrm>
            <a:off x="5608800" y="5785560"/>
            <a:ext cx="259164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ערבית וצאת שבת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30"/>
          <p:cNvSpPr/>
          <p:nvPr/>
        </p:nvSpPr>
        <p:spPr>
          <a:xfrm>
            <a:off x="3853440" y="3778920"/>
            <a:ext cx="113184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/>
            <a:endParaRPr lang="en-US" sz="2400" b="0" u="none" strike="noStrike">
              <a:solidFill>
                <a:schemeClr val="lt1"/>
              </a:solidFill>
              <a:effectLst/>
              <a:uFillTx/>
              <a:latin typeface="Microsoft JhengHei UI Light"/>
            </a:endParaRPr>
          </a:p>
        </p:txBody>
      </p:sp>
      <p:sp>
        <p:nvSpPr>
          <p:cNvPr id="83" name="Rectangle 31"/>
          <p:cNvSpPr/>
          <p:nvPr/>
        </p:nvSpPr>
        <p:spPr>
          <a:xfrm>
            <a:off x="3853440" y="3276360"/>
            <a:ext cx="149148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08:15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32"/>
          <p:cNvSpPr/>
          <p:nvPr/>
        </p:nvSpPr>
        <p:spPr>
          <a:xfrm>
            <a:off x="3853440" y="4782600"/>
            <a:ext cx="149148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33"/>
          <p:cNvSpPr/>
          <p:nvPr/>
        </p:nvSpPr>
        <p:spPr>
          <a:xfrm>
            <a:off x="3853440" y="4280400"/>
            <a:ext cx="149148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17:00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dtMinha_1"/>
          <p:cNvSpPr/>
          <p:nvPr/>
        </p:nvSpPr>
        <p:spPr>
          <a:xfrm>
            <a:off x="3853800" y="2774880"/>
            <a:ext cx="199872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MINHA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dtShir_1"/>
          <p:cNvSpPr/>
          <p:nvPr/>
        </p:nvSpPr>
        <p:spPr>
          <a:xfrm>
            <a:off x="3853800" y="2272320"/>
            <a:ext cx="149148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SHIR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dtNerot_1"/>
          <p:cNvSpPr/>
          <p:nvPr/>
        </p:nvSpPr>
        <p:spPr>
          <a:xfrm>
            <a:off x="3853440" y="1771560"/>
            <a:ext cx="1491480" cy="83052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#SUNSET-01:30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7"/>
          <p:cNvSpPr/>
          <p:nvPr/>
        </p:nvSpPr>
        <p:spPr>
          <a:xfrm>
            <a:off x="3853440" y="5286240"/>
            <a:ext cx="149148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dtMozash_1"/>
          <p:cNvSpPr/>
          <p:nvPr/>
        </p:nvSpPr>
        <p:spPr>
          <a:xfrm>
            <a:off x="3853440" y="5786640"/>
            <a:ext cx="1850760" cy="46116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MOZASH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48"/>
          <p:cNvSpPr/>
          <p:nvPr/>
        </p:nvSpPr>
        <p:spPr>
          <a:xfrm>
            <a:off x="430920" y="377280"/>
            <a:ext cx="287460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dtParsha_1"/>
          <p:cNvSpPr/>
          <p:nvPr/>
        </p:nvSpPr>
        <p:spPr>
          <a:xfrm>
            <a:off x="3802320" y="917640"/>
            <a:ext cx="442476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4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PARSHA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530280" y="2971800"/>
            <a:ext cx="3584520" cy="945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זמני חול: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#CMD:&lt;chol&gt;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430920" y="6137640"/>
            <a:ext cx="2874600" cy="55476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#CHOLONLY_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advTm="100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tile tx="0" ty="0" sx="100000" sy="100000" algn="tl"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7"/>
          <p:cNvSpPr/>
          <p:nvPr/>
        </p:nvSpPr>
        <p:spPr>
          <a:xfrm>
            <a:off x="1125360" y="1852560"/>
            <a:ext cx="9803880" cy="31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he-IL" sz="6600" b="1" u="none" strike="noStrike">
                <a:ln>
                  <a:solidFill>
                    <a:schemeClr val="accent2"/>
                  </a:solidFill>
                </a:ln>
                <a:solidFill>
                  <a:srgbClr val="FFFFFF"/>
                </a:solidFill>
                <a:effectLst/>
                <a:uFillTx/>
                <a:latin typeface="Calibri"/>
              </a:rPr>
              <a:t>שכונת נוה שיר מקדמת את כל האורחים הבאים בשעריה בברכת שבת שלום</a:t>
            </a:r>
            <a:endParaRPr lang="en-US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430920" y="6137640"/>
            <a:ext cx="2874600" cy="55476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#NONCHOLONLY_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advTm="50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tile tx="0" ty="0" sx="100000" sy="100000" algn="tl"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 descr="Cartoon Clock Png"/>
          <p:cNvPicPr/>
          <p:nvPr/>
        </p:nvPicPr>
        <p:blipFill>
          <a:blip r:embed="rId2"/>
          <a:stretch/>
        </p:blipFill>
        <p:spPr>
          <a:xfrm>
            <a:off x="4611600" y="1603080"/>
            <a:ext cx="3000240" cy="30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1"/>
          <p:cNvSpPr/>
          <p:nvPr/>
        </p:nvSpPr>
        <p:spPr>
          <a:xfrm>
            <a:off x="8032680" y="2962800"/>
            <a:ext cx="3575880" cy="354312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dtFullZmanim_0"/>
          <p:cNvSpPr/>
          <p:nvPr/>
        </p:nvSpPr>
        <p:spPr>
          <a:xfrm>
            <a:off x="8065080" y="3505320"/>
            <a:ext cx="3511080" cy="3380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FULLZMANIM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8149320" y="3043440"/>
            <a:ext cx="332028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8276760" y="1067760"/>
            <a:ext cx="3182400" cy="166392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dtHebDate_0"/>
          <p:cNvSpPr/>
          <p:nvPr/>
        </p:nvSpPr>
        <p:spPr>
          <a:xfrm>
            <a:off x="9121320" y="1105560"/>
            <a:ext cx="150768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dtDayZmanim_0"/>
          <p:cNvSpPr/>
          <p:nvPr/>
        </p:nvSpPr>
        <p:spPr>
          <a:xfrm>
            <a:off x="9100080" y="1674000"/>
            <a:ext cx="1547280" cy="369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11"/>
          <p:cNvSpPr/>
          <p:nvPr/>
        </p:nvSpPr>
        <p:spPr>
          <a:xfrm>
            <a:off x="4610160" y="1603080"/>
            <a:ext cx="3000240" cy="3000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26"/>
          <p:cNvSpPr/>
          <p:nvPr/>
        </p:nvSpPr>
        <p:spPr>
          <a:xfrm>
            <a:off x="4187880" y="189000"/>
            <a:ext cx="3712680" cy="12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he-IL" sz="5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בית כנסת 'יחד'</a:t>
            </a:r>
            <a:br>
              <a:rPr sz="5400"/>
            </a:br>
            <a:r>
              <a:rPr lang="he-IL" sz="2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נוה שיר, עלי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7"/>
          <p:cNvPicPr/>
          <p:nvPr/>
        </p:nvPicPr>
        <p:blipFill>
          <a:blip r:embed="rId3"/>
          <a:stretch/>
        </p:blipFill>
        <p:spPr>
          <a:xfrm>
            <a:off x="4792680" y="4692240"/>
            <a:ext cx="2634840" cy="18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Rectangle 28"/>
          <p:cNvSpPr/>
          <p:nvPr/>
        </p:nvSpPr>
        <p:spPr>
          <a:xfrm>
            <a:off x="583200" y="4943520"/>
            <a:ext cx="3575880" cy="156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dtParsha_1"/>
          <p:cNvSpPr/>
          <p:nvPr/>
        </p:nvSpPr>
        <p:spPr>
          <a:xfrm>
            <a:off x="598320" y="5018400"/>
            <a:ext cx="3544920" cy="399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0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PARSHA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583200" y="1063800"/>
            <a:ext cx="3575880" cy="354312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9"/>
          <p:cNvSpPr/>
          <p:nvPr/>
        </p:nvSpPr>
        <p:spPr>
          <a:xfrm>
            <a:off x="699480" y="1144440"/>
            <a:ext cx="3320280" cy="461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לימוד יומי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dtLimudYomi_0"/>
          <p:cNvSpPr/>
          <p:nvPr/>
        </p:nvSpPr>
        <p:spPr>
          <a:xfrm>
            <a:off x="771480" y="1567080"/>
            <a:ext cx="3247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 rtl="1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LIMUDYOMI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dtMozash_1"/>
          <p:cNvSpPr/>
          <p:nvPr/>
        </p:nvSpPr>
        <p:spPr>
          <a:xfrm>
            <a:off x="1127160" y="5985000"/>
            <a:ext cx="1499400" cy="399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MOZASH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33"/>
          <p:cNvSpPr/>
          <p:nvPr/>
        </p:nvSpPr>
        <p:spPr>
          <a:xfrm>
            <a:off x="2333160" y="5985000"/>
            <a:ext cx="1310040" cy="399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צאת שבת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dtNerot_1"/>
          <p:cNvSpPr/>
          <p:nvPr/>
        </p:nvSpPr>
        <p:spPr>
          <a:xfrm>
            <a:off x="1130040" y="5653800"/>
            <a:ext cx="1202760" cy="399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 rtl="1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NEROT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2"/>
          <p:cNvSpPr/>
          <p:nvPr/>
        </p:nvSpPr>
        <p:spPr>
          <a:xfrm>
            <a:off x="2143800" y="5656320"/>
            <a:ext cx="1503720" cy="399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advTm="5000"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12632</TotalTime>
  <Application>LibreOffice/26.8.0.3$Windows_X86_64 LibreOffice_project/bce0998afefdbc355585ca324285661a2170ba77</Application>
  <AppVersion>15.0000</AppVersion>
  <Words>116</Words>
  <Paragraphs>42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2023-04-17T07:02:05Z</dcterms:created>
  <dc:creator>Gabbay, Netanel</dc:creator>
  <dc:description/>
  <dc:language>en-US</dc:language>
  <cp:lastModifiedBy/>
  <dcterms:modified xsi:type="dcterms:W3CDTF">2026-10-04T15:32:40Z</dcterms:modified>
  <cp:revision>427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